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313" r:id="rId5"/>
    <p:sldId id="314" r:id="rId6"/>
    <p:sldId id="262" r:id="rId7"/>
    <p:sldId id="315" r:id="rId8"/>
    <p:sldId id="264" r:id="rId9"/>
    <p:sldId id="265" r:id="rId10"/>
    <p:sldId id="282" r:id="rId11"/>
    <p:sldId id="283" r:id="rId12"/>
    <p:sldId id="284" r:id="rId13"/>
    <p:sldId id="285" r:id="rId14"/>
    <p:sldId id="267" r:id="rId15"/>
    <p:sldId id="269" r:id="rId16"/>
    <p:sldId id="275" r:id="rId17"/>
    <p:sldId id="276" r:id="rId18"/>
    <p:sldId id="278" r:id="rId19"/>
    <p:sldId id="316" r:id="rId20"/>
    <p:sldId id="279" r:id="rId21"/>
    <p:sldId id="317"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1C29E8-B7B1-4601-B001-21B776F6D2F4}" v="8" dt="2025-12-08T18:11:59.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2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43"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ladri Reddy G" userId="11febdb7c19a1921" providerId="LiveId" clId="{96483A34-93B2-4607-82FB-68B517D65B3A}"/>
    <pc:docChg chg="undo redo custSel addSld delSld modSld">
      <pc:chgData name="Leeladri Reddy G" userId="11febdb7c19a1921" providerId="LiveId" clId="{96483A34-93B2-4607-82FB-68B517D65B3A}" dt="2025-12-13T05:31:07.804" v="426" actId="14100"/>
      <pc:docMkLst>
        <pc:docMk/>
      </pc:docMkLst>
      <pc:sldChg chg="addSp delSp modSp mod">
        <pc:chgData name="Leeladri Reddy G" userId="11febdb7c19a1921" providerId="LiveId" clId="{96483A34-93B2-4607-82FB-68B517D65B3A}" dt="2025-12-13T05:30:35.375" v="425" actId="207"/>
        <pc:sldMkLst>
          <pc:docMk/>
          <pc:sldMk cId="0" sldId="256"/>
        </pc:sldMkLst>
        <pc:spChg chg="add mod">
          <ac:chgData name="Leeladri Reddy G" userId="11febdb7c19a1921" providerId="LiveId" clId="{96483A34-93B2-4607-82FB-68B517D65B3A}" dt="2025-12-08T18:07:27.961" v="2"/>
          <ac:spMkLst>
            <pc:docMk/>
            <pc:sldMk cId="0" sldId="256"/>
            <ac:spMk id="2" creationId="{4E79A26A-47C8-F644-F889-C6D46A067310}"/>
          </ac:spMkLst>
        </pc:spChg>
        <pc:spChg chg="add mod">
          <ac:chgData name="Leeladri Reddy G" userId="11febdb7c19a1921" providerId="LiveId" clId="{96483A34-93B2-4607-82FB-68B517D65B3A}" dt="2025-12-13T05:30:35.375" v="425" actId="207"/>
          <ac:spMkLst>
            <pc:docMk/>
            <pc:sldMk cId="0" sldId="256"/>
            <ac:spMk id="3" creationId="{1D38461E-EE0E-AF1D-0E4E-AFED4A695C95}"/>
          </ac:spMkLst>
        </pc:spChg>
        <pc:picChg chg="mod">
          <ac:chgData name="Leeladri Reddy G" userId="11febdb7c19a1921" providerId="LiveId" clId="{96483A34-93B2-4607-82FB-68B517D65B3A}" dt="2025-12-08T18:07:10.144" v="0" actId="14100"/>
          <ac:picMkLst>
            <pc:docMk/>
            <pc:sldMk cId="0" sldId="256"/>
            <ac:picMk id="98" creationId="{00000000-0000-0000-0000-000000000000}"/>
          </ac:picMkLst>
        </pc:picChg>
      </pc:sldChg>
      <pc:sldChg chg="addSp delSp modSp mod">
        <pc:chgData name="Leeladri Reddy G" userId="11febdb7c19a1921" providerId="LiveId" clId="{96483A34-93B2-4607-82FB-68B517D65B3A}" dt="2025-12-08T18:08:10.839" v="6"/>
        <pc:sldMkLst>
          <pc:docMk/>
          <pc:sldMk cId="0" sldId="257"/>
        </pc:sldMkLst>
        <pc:spChg chg="add mod">
          <ac:chgData name="Leeladri Reddy G" userId="11febdb7c19a1921" providerId="LiveId" clId="{96483A34-93B2-4607-82FB-68B517D65B3A}" dt="2025-12-08T18:08:10.839" v="6"/>
          <ac:spMkLst>
            <pc:docMk/>
            <pc:sldMk cId="0" sldId="257"/>
            <ac:spMk id="2" creationId="{28B15790-BD68-2154-56F5-BB544127C37B}"/>
          </ac:spMkLst>
        </pc:spChg>
      </pc:sldChg>
      <pc:sldChg chg="addSp delSp modSp add del mod">
        <pc:chgData name="Leeladri Reddy G" userId="11febdb7c19a1921" providerId="LiveId" clId="{96483A34-93B2-4607-82FB-68B517D65B3A}" dt="2025-12-09T05:07:53.235" v="190" actId="2711"/>
        <pc:sldMkLst>
          <pc:docMk/>
          <pc:sldMk cId="0" sldId="258"/>
        </pc:sldMkLst>
        <pc:spChg chg="add mod">
          <ac:chgData name="Leeladri Reddy G" userId="11febdb7c19a1921" providerId="LiveId" clId="{96483A34-93B2-4607-82FB-68B517D65B3A}" dt="2025-12-09T05:07:53.235" v="190" actId="2711"/>
          <ac:spMkLst>
            <pc:docMk/>
            <pc:sldMk cId="0" sldId="258"/>
            <ac:spMk id="2" creationId="{FA90D2E9-0F71-025A-0E9F-A191BD940871}"/>
          </ac:spMkLst>
        </pc:spChg>
        <pc:spChg chg="mod">
          <ac:chgData name="Leeladri Reddy G" userId="11febdb7c19a1921" providerId="LiveId" clId="{96483A34-93B2-4607-82FB-68B517D65B3A}" dt="2025-12-09T05:07:13.186" v="185" actId="2711"/>
          <ac:spMkLst>
            <pc:docMk/>
            <pc:sldMk cId="0" sldId="258"/>
            <ac:spMk id="110" creationId="{00000000-0000-0000-0000-000000000000}"/>
          </ac:spMkLst>
        </pc:spChg>
      </pc:sldChg>
      <pc:sldChg chg="modSp add mod">
        <pc:chgData name="Leeladri Reddy G" userId="11febdb7c19a1921" providerId="LiveId" clId="{96483A34-93B2-4607-82FB-68B517D65B3A}" dt="2025-12-09T05:09:27.320" v="199" actId="113"/>
        <pc:sldMkLst>
          <pc:docMk/>
          <pc:sldMk cId="3526197122" sldId="262"/>
        </pc:sldMkLst>
        <pc:spChg chg="mod">
          <ac:chgData name="Leeladri Reddy G" userId="11febdb7c19a1921" providerId="LiveId" clId="{96483A34-93B2-4607-82FB-68B517D65B3A}" dt="2025-12-09T05:09:27.320" v="199" actId="113"/>
          <ac:spMkLst>
            <pc:docMk/>
            <pc:sldMk cId="3526197122" sldId="262"/>
            <ac:spMk id="2" creationId="{15951E99-FB13-E859-58D9-3C3082801AF0}"/>
          </ac:spMkLst>
        </pc:spChg>
      </pc:sldChg>
      <pc:sldChg chg="modSp add mod">
        <pc:chgData name="Leeladri Reddy G" userId="11febdb7c19a1921" providerId="LiveId" clId="{96483A34-93B2-4607-82FB-68B517D65B3A}" dt="2025-12-13T05:30:29.824" v="415" actId="20577"/>
        <pc:sldMkLst>
          <pc:docMk/>
          <pc:sldMk cId="3012781852" sldId="264"/>
        </pc:sldMkLst>
        <pc:spChg chg="mod">
          <ac:chgData name="Leeladri Reddy G" userId="11febdb7c19a1921" providerId="LiveId" clId="{96483A34-93B2-4607-82FB-68B517D65B3A}" dt="2025-12-09T05:22:53.797" v="327" actId="14100"/>
          <ac:spMkLst>
            <pc:docMk/>
            <pc:sldMk cId="3012781852" sldId="264"/>
            <ac:spMk id="2" creationId="{878EDAC6-C44C-FD58-2F4B-3ECE660E4CEA}"/>
          </ac:spMkLst>
        </pc:spChg>
        <pc:spChg chg="mod">
          <ac:chgData name="Leeladri Reddy G" userId="11febdb7c19a1921" providerId="LiveId" clId="{96483A34-93B2-4607-82FB-68B517D65B3A}" dt="2025-12-13T05:30:29.824" v="415" actId="20577"/>
          <ac:spMkLst>
            <pc:docMk/>
            <pc:sldMk cId="3012781852" sldId="264"/>
            <ac:spMk id="3" creationId="{9C3B3586-BBD5-4DB1-9C52-BE643A31CAE4}"/>
          </ac:spMkLst>
        </pc:spChg>
        <pc:picChg chg="mod">
          <ac:chgData name="Leeladri Reddy G" userId="11febdb7c19a1921" providerId="LiveId" clId="{96483A34-93B2-4607-82FB-68B517D65B3A}" dt="2025-12-09T05:22:57.926" v="328" actId="1076"/>
          <ac:picMkLst>
            <pc:docMk/>
            <pc:sldMk cId="3012781852" sldId="264"/>
            <ac:picMk id="5" creationId="{79044F17-BA1E-70C6-C2CB-3586B0EDE33F}"/>
          </ac:picMkLst>
        </pc:picChg>
        <pc:picChg chg="mod">
          <ac:chgData name="Leeladri Reddy G" userId="11febdb7c19a1921" providerId="LiveId" clId="{96483A34-93B2-4607-82FB-68B517D65B3A}" dt="2025-12-09T05:23:03.407" v="329" actId="1076"/>
          <ac:picMkLst>
            <pc:docMk/>
            <pc:sldMk cId="3012781852" sldId="264"/>
            <ac:picMk id="7" creationId="{9D8D8D46-F6E5-3634-0624-FA60872FB408}"/>
          </ac:picMkLst>
        </pc:picChg>
      </pc:sldChg>
      <pc:sldChg chg="modSp add mod">
        <pc:chgData name="Leeladri Reddy G" userId="11febdb7c19a1921" providerId="LiveId" clId="{96483A34-93B2-4607-82FB-68B517D65B3A}" dt="2025-12-13T04:43:41.328" v="362" actId="20577"/>
        <pc:sldMkLst>
          <pc:docMk/>
          <pc:sldMk cId="4015173881" sldId="265"/>
        </pc:sldMkLst>
        <pc:spChg chg="mod">
          <ac:chgData name="Leeladri Reddy G" userId="11febdb7c19a1921" providerId="LiveId" clId="{96483A34-93B2-4607-82FB-68B517D65B3A}" dt="2025-12-13T04:43:41.328" v="362" actId="20577"/>
          <ac:spMkLst>
            <pc:docMk/>
            <pc:sldMk cId="4015173881" sldId="265"/>
            <ac:spMk id="2" creationId="{731C383F-879D-BCBD-3702-A70BAE0267D0}"/>
          </ac:spMkLst>
        </pc:spChg>
        <pc:picChg chg="mod">
          <ac:chgData name="Leeladri Reddy G" userId="11febdb7c19a1921" providerId="LiveId" clId="{96483A34-93B2-4607-82FB-68B517D65B3A}" dt="2025-12-09T05:10:06.240" v="206" actId="1076"/>
          <ac:picMkLst>
            <pc:docMk/>
            <pc:sldMk cId="4015173881" sldId="265"/>
            <ac:picMk id="5" creationId="{7CA6AC2A-9DB8-8028-082F-C40821FE150B}"/>
          </ac:picMkLst>
        </pc:picChg>
        <pc:picChg chg="mod">
          <ac:chgData name="Leeladri Reddy G" userId="11febdb7c19a1921" providerId="LiveId" clId="{96483A34-93B2-4607-82FB-68B517D65B3A}" dt="2025-12-09T05:10:09.509" v="207" actId="1076"/>
          <ac:picMkLst>
            <pc:docMk/>
            <pc:sldMk cId="4015173881" sldId="265"/>
            <ac:picMk id="9" creationId="{906C7770-9474-FF38-C971-E45B7312212B}"/>
          </ac:picMkLst>
        </pc:picChg>
      </pc:sldChg>
      <pc:sldChg chg="modSp add del mod">
        <pc:chgData name="Leeladri Reddy G" userId="11febdb7c19a1921" providerId="LiveId" clId="{96483A34-93B2-4607-82FB-68B517D65B3A}" dt="2025-12-13T04:39:03.368" v="330" actId="47"/>
        <pc:sldMkLst>
          <pc:docMk/>
          <pc:sldMk cId="716546124" sldId="266"/>
        </pc:sldMkLst>
      </pc:sldChg>
      <pc:sldChg chg="modSp add mod">
        <pc:chgData name="Leeladri Reddy G" userId="11febdb7c19a1921" providerId="LiveId" clId="{96483A34-93B2-4607-82FB-68B517D65B3A}" dt="2025-12-13T04:42:43.217" v="354" actId="20577"/>
        <pc:sldMkLst>
          <pc:docMk/>
          <pc:sldMk cId="1710437545" sldId="267"/>
        </pc:sldMkLst>
        <pc:spChg chg="mod">
          <ac:chgData name="Leeladri Reddy G" userId="11febdb7c19a1921" providerId="LiveId" clId="{96483A34-93B2-4607-82FB-68B517D65B3A}" dt="2025-12-13T04:42:43.217" v="354" actId="20577"/>
          <ac:spMkLst>
            <pc:docMk/>
            <pc:sldMk cId="1710437545" sldId="267"/>
            <ac:spMk id="2" creationId="{9F11AA44-4076-3410-8E87-C80376057289}"/>
          </ac:spMkLst>
        </pc:spChg>
      </pc:sldChg>
      <pc:sldChg chg="modSp add del mod">
        <pc:chgData name="Leeladri Reddy G" userId="11febdb7c19a1921" providerId="LiveId" clId="{96483A34-93B2-4607-82FB-68B517D65B3A}" dt="2025-12-13T04:39:18.296" v="331" actId="47"/>
        <pc:sldMkLst>
          <pc:docMk/>
          <pc:sldMk cId="1537011176" sldId="268"/>
        </pc:sldMkLst>
      </pc:sldChg>
      <pc:sldChg chg="modSp add mod">
        <pc:chgData name="Leeladri Reddy G" userId="11febdb7c19a1921" providerId="LiveId" clId="{96483A34-93B2-4607-82FB-68B517D65B3A}" dt="2025-12-13T04:42:38.405" v="352" actId="20577"/>
        <pc:sldMkLst>
          <pc:docMk/>
          <pc:sldMk cId="2567790188" sldId="269"/>
        </pc:sldMkLst>
        <pc:spChg chg="mod">
          <ac:chgData name="Leeladri Reddy G" userId="11febdb7c19a1921" providerId="LiveId" clId="{96483A34-93B2-4607-82FB-68B517D65B3A}" dt="2025-12-13T04:42:38.405" v="352" actId="20577"/>
          <ac:spMkLst>
            <pc:docMk/>
            <pc:sldMk cId="2567790188" sldId="269"/>
            <ac:spMk id="2" creationId="{6EAD6BE1-9BC5-236B-83AB-1F32DEE3E604}"/>
          </ac:spMkLst>
        </pc:spChg>
      </pc:sldChg>
      <pc:sldChg chg="modSp add del mod">
        <pc:chgData name="Leeladri Reddy G" userId="11febdb7c19a1921" providerId="LiveId" clId="{96483A34-93B2-4607-82FB-68B517D65B3A}" dt="2025-12-13T04:40:09.062" v="332" actId="47"/>
        <pc:sldMkLst>
          <pc:docMk/>
          <pc:sldMk cId="2854887701" sldId="270"/>
        </pc:sldMkLst>
      </pc:sldChg>
      <pc:sldChg chg="modSp add del mod">
        <pc:chgData name="Leeladri Reddy G" userId="11febdb7c19a1921" providerId="LiveId" clId="{96483A34-93B2-4607-82FB-68B517D65B3A}" dt="2025-12-13T04:40:16.750" v="333" actId="47"/>
        <pc:sldMkLst>
          <pc:docMk/>
          <pc:sldMk cId="3023980033" sldId="271"/>
        </pc:sldMkLst>
      </pc:sldChg>
      <pc:sldChg chg="modSp add del mod">
        <pc:chgData name="Leeladri Reddy G" userId="11febdb7c19a1921" providerId="LiveId" clId="{96483A34-93B2-4607-82FB-68B517D65B3A}" dt="2025-12-13T04:40:45.651" v="334" actId="47"/>
        <pc:sldMkLst>
          <pc:docMk/>
          <pc:sldMk cId="394456503" sldId="272"/>
        </pc:sldMkLst>
      </pc:sldChg>
      <pc:sldChg chg="modSp add del mod">
        <pc:chgData name="Leeladri Reddy G" userId="11febdb7c19a1921" providerId="LiveId" clId="{96483A34-93B2-4607-82FB-68B517D65B3A}" dt="2025-12-13T04:40:47.560" v="335" actId="47"/>
        <pc:sldMkLst>
          <pc:docMk/>
          <pc:sldMk cId="3114000892" sldId="273"/>
        </pc:sldMkLst>
      </pc:sldChg>
      <pc:sldChg chg="modSp add del mod">
        <pc:chgData name="Leeladri Reddy G" userId="11febdb7c19a1921" providerId="LiveId" clId="{96483A34-93B2-4607-82FB-68B517D65B3A}" dt="2025-12-13T04:40:53.833" v="336" actId="47"/>
        <pc:sldMkLst>
          <pc:docMk/>
          <pc:sldMk cId="3264227007" sldId="274"/>
        </pc:sldMkLst>
      </pc:sldChg>
      <pc:sldChg chg="addSp delSp modSp add mod">
        <pc:chgData name="Leeladri Reddy G" userId="11febdb7c19a1921" providerId="LiveId" clId="{96483A34-93B2-4607-82FB-68B517D65B3A}" dt="2025-12-13T05:31:07.804" v="426" actId="14100"/>
        <pc:sldMkLst>
          <pc:docMk/>
          <pc:sldMk cId="2298202663" sldId="275"/>
        </pc:sldMkLst>
        <pc:spChg chg="mod">
          <ac:chgData name="Leeladri Reddy G" userId="11febdb7c19a1921" providerId="LiveId" clId="{96483A34-93B2-4607-82FB-68B517D65B3A}" dt="2025-12-13T04:42:23.123" v="345" actId="20577"/>
          <ac:spMkLst>
            <pc:docMk/>
            <pc:sldMk cId="2298202663" sldId="275"/>
            <ac:spMk id="2" creationId="{7E241E2C-A0D2-F822-3B6A-29C2692F7324}"/>
          </ac:spMkLst>
        </pc:spChg>
        <pc:picChg chg="del mod">
          <ac:chgData name="Leeladri Reddy G" userId="11febdb7c19a1921" providerId="LiveId" clId="{96483A34-93B2-4607-82FB-68B517D65B3A}" dt="2025-12-13T04:41:35.651" v="338" actId="478"/>
          <ac:picMkLst>
            <pc:docMk/>
            <pc:sldMk cId="2298202663" sldId="275"/>
            <ac:picMk id="4" creationId="{BAE6D886-00A2-8416-563E-5CA2E7373E9E}"/>
          </ac:picMkLst>
        </pc:picChg>
        <pc:picChg chg="add mod">
          <ac:chgData name="Leeladri Reddy G" userId="11febdb7c19a1921" providerId="LiveId" clId="{96483A34-93B2-4607-82FB-68B517D65B3A}" dt="2025-12-13T04:42:19.541" v="342" actId="1076"/>
          <ac:picMkLst>
            <pc:docMk/>
            <pc:sldMk cId="2298202663" sldId="275"/>
            <ac:picMk id="5" creationId="{703EBB70-6591-68EB-55E5-C2F5C0A60E9D}"/>
          </ac:picMkLst>
        </pc:picChg>
        <pc:picChg chg="add del mod">
          <ac:chgData name="Leeladri Reddy G" userId="11febdb7c19a1921" providerId="LiveId" clId="{96483A34-93B2-4607-82FB-68B517D65B3A}" dt="2025-12-13T05:30:30.185" v="416" actId="478"/>
          <ac:picMkLst>
            <pc:docMk/>
            <pc:sldMk cId="2298202663" sldId="275"/>
            <ac:picMk id="6" creationId="{7A64E289-BB3E-AB5A-C441-A71BFFC9C14E}"/>
          </ac:picMkLst>
        </pc:picChg>
        <pc:picChg chg="add del mod">
          <ac:chgData name="Leeladri Reddy G" userId="11febdb7c19a1921" providerId="LiveId" clId="{96483A34-93B2-4607-82FB-68B517D65B3A}" dt="2025-12-13T05:31:07.804" v="426" actId="14100"/>
          <ac:picMkLst>
            <pc:docMk/>
            <pc:sldMk cId="2298202663" sldId="275"/>
            <ac:picMk id="8" creationId="{C5CA14DE-E754-404D-B935-ACE2CE2DD8AE}"/>
          </ac:picMkLst>
        </pc:picChg>
      </pc:sldChg>
      <pc:sldChg chg="modSp add mod">
        <pc:chgData name="Leeladri Reddy G" userId="11febdb7c19a1921" providerId="LiveId" clId="{96483A34-93B2-4607-82FB-68B517D65B3A}" dt="2025-12-13T04:42:28.405" v="348" actId="20577"/>
        <pc:sldMkLst>
          <pc:docMk/>
          <pc:sldMk cId="2865427228" sldId="276"/>
        </pc:sldMkLst>
        <pc:spChg chg="mod">
          <ac:chgData name="Leeladri Reddy G" userId="11febdb7c19a1921" providerId="LiveId" clId="{96483A34-93B2-4607-82FB-68B517D65B3A}" dt="2025-12-13T04:42:28.405" v="348" actId="20577"/>
          <ac:spMkLst>
            <pc:docMk/>
            <pc:sldMk cId="2865427228" sldId="276"/>
            <ac:spMk id="2" creationId="{C7BCF055-3C20-B614-773D-7DA4C933292C}"/>
          </ac:spMkLst>
        </pc:spChg>
      </pc:sldChg>
      <pc:sldChg chg="modSp add del mod">
        <pc:chgData name="Leeladri Reddy G" userId="11febdb7c19a1921" providerId="LiveId" clId="{96483A34-93B2-4607-82FB-68B517D65B3A}" dt="2025-12-13T04:41:04.837" v="337" actId="47"/>
        <pc:sldMkLst>
          <pc:docMk/>
          <pc:sldMk cId="2250627194" sldId="277"/>
        </pc:sldMkLst>
      </pc:sldChg>
      <pc:sldChg chg="modSp add mod setBg">
        <pc:chgData name="Leeladri Reddy G" userId="11febdb7c19a1921" providerId="LiveId" clId="{96483A34-93B2-4607-82FB-68B517D65B3A}" dt="2025-12-09T05:15:53.795" v="262" actId="27636"/>
        <pc:sldMkLst>
          <pc:docMk/>
          <pc:sldMk cId="803239193" sldId="278"/>
        </pc:sldMkLst>
        <pc:spChg chg="mod">
          <ac:chgData name="Leeladri Reddy G" userId="11febdb7c19a1921" providerId="LiveId" clId="{96483A34-93B2-4607-82FB-68B517D65B3A}" dt="2025-12-09T05:15:53.795" v="262" actId="27636"/>
          <ac:spMkLst>
            <pc:docMk/>
            <pc:sldMk cId="803239193" sldId="278"/>
            <ac:spMk id="2" creationId="{D7C82CD0-F1D2-47EE-609A-D4A350D0A1E2}"/>
          </ac:spMkLst>
        </pc:spChg>
        <pc:spChg chg="mod">
          <ac:chgData name="Leeladri Reddy G" userId="11febdb7c19a1921" providerId="LiveId" clId="{96483A34-93B2-4607-82FB-68B517D65B3A}" dt="2025-12-08T18:13:08.377" v="158" actId="1076"/>
          <ac:spMkLst>
            <pc:docMk/>
            <pc:sldMk cId="803239193" sldId="278"/>
            <ac:spMk id="5" creationId="{DC8AE9FE-03E3-3EE7-0229-320E337DCCEE}"/>
          </ac:spMkLst>
        </pc:spChg>
      </pc:sldChg>
      <pc:sldChg chg="modSp add mod">
        <pc:chgData name="Leeladri Reddy G" userId="11febdb7c19a1921" providerId="LiveId" clId="{96483A34-93B2-4607-82FB-68B517D65B3A}" dt="2025-12-13T05:30:34.737" v="424" actId="20577"/>
        <pc:sldMkLst>
          <pc:docMk/>
          <pc:sldMk cId="1283662749" sldId="279"/>
        </pc:sldMkLst>
        <pc:spChg chg="mod">
          <ac:chgData name="Leeladri Reddy G" userId="11febdb7c19a1921" providerId="LiveId" clId="{96483A34-93B2-4607-82FB-68B517D65B3A}" dt="2025-12-09T05:16:02.656" v="264" actId="2711"/>
          <ac:spMkLst>
            <pc:docMk/>
            <pc:sldMk cId="1283662749" sldId="279"/>
            <ac:spMk id="2" creationId="{D749F704-B137-AA7A-F19F-EF11F1F5985B}"/>
          </ac:spMkLst>
        </pc:spChg>
        <pc:spChg chg="mod">
          <ac:chgData name="Leeladri Reddy G" userId="11febdb7c19a1921" providerId="LiveId" clId="{96483A34-93B2-4607-82FB-68B517D65B3A}" dt="2025-12-13T05:30:34.737" v="424" actId="20577"/>
          <ac:spMkLst>
            <pc:docMk/>
            <pc:sldMk cId="1283662749" sldId="279"/>
            <ac:spMk id="4" creationId="{9556F04A-5E43-0691-5280-89F4DDFAE15C}"/>
          </ac:spMkLst>
        </pc:spChg>
      </pc:sldChg>
      <pc:sldChg chg="modSp add mod">
        <pc:chgData name="Leeladri Reddy G" userId="11febdb7c19a1921" providerId="LiveId" clId="{96483A34-93B2-4607-82FB-68B517D65B3A}" dt="2025-12-13T04:43:36.114" v="360" actId="20577"/>
        <pc:sldMkLst>
          <pc:docMk/>
          <pc:sldMk cId="3865614954" sldId="282"/>
        </pc:sldMkLst>
        <pc:spChg chg="mod">
          <ac:chgData name="Leeladri Reddy G" userId="11febdb7c19a1921" providerId="LiveId" clId="{96483A34-93B2-4607-82FB-68B517D65B3A}" dt="2025-12-13T04:43:36.114" v="360" actId="20577"/>
          <ac:spMkLst>
            <pc:docMk/>
            <pc:sldMk cId="3865614954" sldId="282"/>
            <ac:spMk id="2" creationId="{DD77F74E-CED1-78B5-8C36-0AA098108A1C}"/>
          </ac:spMkLst>
        </pc:spChg>
        <pc:picChg chg="mod">
          <ac:chgData name="Leeladri Reddy G" userId="11febdb7c19a1921" providerId="LiveId" clId="{96483A34-93B2-4607-82FB-68B517D65B3A}" dt="2025-12-09T05:10:50.636" v="213" actId="1076"/>
          <ac:picMkLst>
            <pc:docMk/>
            <pc:sldMk cId="3865614954" sldId="282"/>
            <ac:picMk id="5" creationId="{EC0F12B4-5170-68D2-2387-9174189C3E13}"/>
          </ac:picMkLst>
        </pc:picChg>
      </pc:sldChg>
      <pc:sldChg chg="modSp add mod">
        <pc:chgData name="Leeladri Reddy G" userId="11febdb7c19a1921" providerId="LiveId" clId="{96483A34-93B2-4607-82FB-68B517D65B3A}" dt="2025-12-13T05:30:31.901" v="419" actId="20577"/>
        <pc:sldMkLst>
          <pc:docMk/>
          <pc:sldMk cId="2301573434" sldId="283"/>
        </pc:sldMkLst>
        <pc:spChg chg="mod">
          <ac:chgData name="Leeladri Reddy G" userId="11febdb7c19a1921" providerId="LiveId" clId="{96483A34-93B2-4607-82FB-68B517D65B3A}" dt="2025-12-13T05:30:31.901" v="419" actId="20577"/>
          <ac:spMkLst>
            <pc:docMk/>
            <pc:sldMk cId="2301573434" sldId="283"/>
            <ac:spMk id="2" creationId="{8E3377E5-ECC8-33C5-25EE-11F7D21F6295}"/>
          </ac:spMkLst>
        </pc:spChg>
        <pc:picChg chg="mod">
          <ac:chgData name="Leeladri Reddy G" userId="11febdb7c19a1921" providerId="LiveId" clId="{96483A34-93B2-4607-82FB-68B517D65B3A}" dt="2025-12-09T05:11:01.253" v="214" actId="1076"/>
          <ac:picMkLst>
            <pc:docMk/>
            <pc:sldMk cId="2301573434" sldId="283"/>
            <ac:picMk id="5" creationId="{E9F072C4-C320-D289-96A8-AF6B58D417C5}"/>
          </ac:picMkLst>
        </pc:picChg>
      </pc:sldChg>
      <pc:sldChg chg="modSp add mod">
        <pc:chgData name="Leeladri Reddy G" userId="11febdb7c19a1921" providerId="LiveId" clId="{96483A34-93B2-4607-82FB-68B517D65B3A}" dt="2025-12-13T04:42:55.894" v="358" actId="20577"/>
        <pc:sldMkLst>
          <pc:docMk/>
          <pc:sldMk cId="2860743035" sldId="284"/>
        </pc:sldMkLst>
        <pc:spChg chg="mod">
          <ac:chgData name="Leeladri Reddy G" userId="11febdb7c19a1921" providerId="LiveId" clId="{96483A34-93B2-4607-82FB-68B517D65B3A}" dt="2025-12-13T04:42:55.894" v="358" actId="20577"/>
          <ac:spMkLst>
            <pc:docMk/>
            <pc:sldMk cId="2860743035" sldId="284"/>
            <ac:spMk id="2" creationId="{77B6DD9C-D034-FCB2-2671-6F4AF8C1508D}"/>
          </ac:spMkLst>
        </pc:spChg>
        <pc:picChg chg="mod">
          <ac:chgData name="Leeladri Reddy G" userId="11febdb7c19a1921" providerId="LiveId" clId="{96483A34-93B2-4607-82FB-68B517D65B3A}" dt="2025-12-09T05:11:39.522" v="219" actId="1076"/>
          <ac:picMkLst>
            <pc:docMk/>
            <pc:sldMk cId="2860743035" sldId="284"/>
            <ac:picMk id="5" creationId="{F9200B2D-5B38-578B-90D8-4414B09E9642}"/>
          </ac:picMkLst>
        </pc:picChg>
      </pc:sldChg>
      <pc:sldChg chg="modSp add mod">
        <pc:chgData name="Leeladri Reddy G" userId="11febdb7c19a1921" providerId="LiveId" clId="{96483A34-93B2-4607-82FB-68B517D65B3A}" dt="2025-12-13T04:42:52.454" v="356" actId="20577"/>
        <pc:sldMkLst>
          <pc:docMk/>
          <pc:sldMk cId="3292147575" sldId="285"/>
        </pc:sldMkLst>
        <pc:spChg chg="mod">
          <ac:chgData name="Leeladri Reddy G" userId="11febdb7c19a1921" providerId="LiveId" clId="{96483A34-93B2-4607-82FB-68B517D65B3A}" dt="2025-12-13T04:42:52.454" v="356" actId="20577"/>
          <ac:spMkLst>
            <pc:docMk/>
            <pc:sldMk cId="3292147575" sldId="285"/>
            <ac:spMk id="2" creationId="{E2F35EA6-BDC3-581D-9E26-4DEB419E6795}"/>
          </ac:spMkLst>
        </pc:spChg>
      </pc:sldChg>
      <pc:sldChg chg="modSp add mod">
        <pc:chgData name="Leeladri Reddy G" userId="11febdb7c19a1921" providerId="LiveId" clId="{96483A34-93B2-4607-82FB-68B517D65B3A}" dt="2025-12-09T05:09:19.159" v="198" actId="113"/>
        <pc:sldMkLst>
          <pc:docMk/>
          <pc:sldMk cId="67001694" sldId="313"/>
        </pc:sldMkLst>
        <pc:spChg chg="mod">
          <ac:chgData name="Leeladri Reddy G" userId="11febdb7c19a1921" providerId="LiveId" clId="{96483A34-93B2-4607-82FB-68B517D65B3A}" dt="2025-12-09T05:09:19.159" v="198" actId="113"/>
          <ac:spMkLst>
            <pc:docMk/>
            <pc:sldMk cId="67001694" sldId="313"/>
            <ac:spMk id="2" creationId="{24679FAC-62E5-22F5-12C8-BE3B5ECF3541}"/>
          </ac:spMkLst>
        </pc:spChg>
        <pc:spChg chg="mod">
          <ac:chgData name="Leeladri Reddy G" userId="11febdb7c19a1921" providerId="LiveId" clId="{96483A34-93B2-4607-82FB-68B517D65B3A}" dt="2025-12-09T05:07:28.203" v="187" actId="12"/>
          <ac:spMkLst>
            <pc:docMk/>
            <pc:sldMk cId="67001694" sldId="313"/>
            <ac:spMk id="3" creationId="{402E5E6A-B1A5-BE1F-AEA5-7651FF8F90B9}"/>
          </ac:spMkLst>
        </pc:spChg>
      </pc:sldChg>
      <pc:sldChg chg="modSp add mod">
        <pc:chgData name="Leeladri Reddy G" userId="11febdb7c19a1921" providerId="LiveId" clId="{96483A34-93B2-4607-82FB-68B517D65B3A}" dt="2025-12-09T05:07:41.063" v="189" actId="12"/>
        <pc:sldMkLst>
          <pc:docMk/>
          <pc:sldMk cId="1379073329" sldId="314"/>
        </pc:sldMkLst>
        <pc:spChg chg="mod">
          <ac:chgData name="Leeladri Reddy G" userId="11febdb7c19a1921" providerId="LiveId" clId="{96483A34-93B2-4607-82FB-68B517D65B3A}" dt="2025-12-09T05:07:41.063" v="189" actId="12"/>
          <ac:spMkLst>
            <pc:docMk/>
            <pc:sldMk cId="1379073329" sldId="314"/>
            <ac:spMk id="3" creationId="{0661389B-F639-D415-2EAF-8C06C4031479}"/>
          </ac:spMkLst>
        </pc:spChg>
      </pc:sldChg>
      <pc:sldChg chg="modSp add mod">
        <pc:chgData name="Leeladri Reddy G" userId="11febdb7c19a1921" providerId="LiveId" clId="{96483A34-93B2-4607-82FB-68B517D65B3A}" dt="2025-12-09T05:09:31.381" v="200" actId="113"/>
        <pc:sldMkLst>
          <pc:docMk/>
          <pc:sldMk cId="3593361456" sldId="315"/>
        </pc:sldMkLst>
        <pc:spChg chg="mod">
          <ac:chgData name="Leeladri Reddy G" userId="11febdb7c19a1921" providerId="LiveId" clId="{96483A34-93B2-4607-82FB-68B517D65B3A}" dt="2025-12-09T05:09:31.381" v="200" actId="113"/>
          <ac:spMkLst>
            <pc:docMk/>
            <pc:sldMk cId="3593361456" sldId="315"/>
            <ac:spMk id="2" creationId="{12E67AD7-671F-F3E4-9C9A-15B1C0FCA094}"/>
          </ac:spMkLst>
        </pc:spChg>
      </pc:sldChg>
      <pc:sldChg chg="modSp add mod">
        <pc:chgData name="Leeladri Reddy G" userId="11febdb7c19a1921" providerId="LiveId" clId="{96483A34-93B2-4607-82FB-68B517D65B3A}" dt="2025-12-09T05:15:47.197" v="260" actId="2711"/>
        <pc:sldMkLst>
          <pc:docMk/>
          <pc:sldMk cId="2896041286" sldId="316"/>
        </pc:sldMkLst>
        <pc:spChg chg="mod">
          <ac:chgData name="Leeladri Reddy G" userId="11febdb7c19a1921" providerId="LiveId" clId="{96483A34-93B2-4607-82FB-68B517D65B3A}" dt="2025-12-09T05:15:47.197" v="260" actId="2711"/>
          <ac:spMkLst>
            <pc:docMk/>
            <pc:sldMk cId="2896041286" sldId="316"/>
            <ac:spMk id="2" creationId="{63BE44CD-C1DE-EAA2-9F61-6351B1CCC0E4}"/>
          </ac:spMkLst>
        </pc:spChg>
      </pc:sldChg>
      <pc:sldChg chg="add">
        <pc:chgData name="Leeladri Reddy G" userId="11febdb7c19a1921" providerId="LiveId" clId="{96483A34-93B2-4607-82FB-68B517D65B3A}" dt="2025-12-08T18:11:59.569" v="146"/>
        <pc:sldMkLst>
          <pc:docMk/>
          <pc:sldMk cId="0"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0307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5959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gandudi-leeladri-redd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github.com/gandudileeladrireddy" TargetMode="External"/><Relationship Id="rId4" Type="http://schemas.openxmlformats.org/officeDocument/2006/relationships/hyperlink" Target="https://github.com/gandudileeladriredd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2" name="Google Shape;99;p1">
            <a:extLst>
              <a:ext uri="{FF2B5EF4-FFF2-40B4-BE49-F238E27FC236}">
                <a16:creationId xmlns:a16="http://schemas.microsoft.com/office/drawing/2014/main" id="{4E79A26A-47C8-F644-F889-C6D46A067310}"/>
              </a:ext>
            </a:extLst>
          </p:cNvPr>
          <p:cNvSpPr txBox="1"/>
          <p:nvPr/>
        </p:nvSpPr>
        <p:spPr>
          <a:xfrm>
            <a:off x="2603532" y="4180210"/>
            <a:ext cx="7246189"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3000" b="1" dirty="0">
                <a:solidFill>
                  <a:schemeClr val="dk1"/>
                </a:solidFill>
                <a:latin typeface="Times New Roman" panose="02020603050405020304" pitchFamily="18" charset="0"/>
                <a:ea typeface="Calibri"/>
                <a:cs typeface="Times New Roman" panose="02020603050405020304" pitchFamily="18" charset="0"/>
                <a:sym typeface="Calibri"/>
              </a:rPr>
              <a:t>Global Energy Consumption Analysis Using SQL</a:t>
            </a:r>
            <a:endParaRPr sz="3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1D38461E-EE0E-AF1D-0E4E-AFED4A695C95}"/>
              </a:ext>
            </a:extLst>
          </p:cNvPr>
          <p:cNvSpPr txBox="1"/>
          <p:nvPr/>
        </p:nvSpPr>
        <p:spPr>
          <a:xfrm>
            <a:off x="7825937" y="5969225"/>
            <a:ext cx="4632290" cy="830997"/>
          </a:xfrm>
          <a:prstGeom prst="rect">
            <a:avLst/>
          </a:prstGeom>
          <a:noFill/>
        </p:spPr>
        <p:txBody>
          <a:bodyPr wrap="square" rtlCol="0">
            <a:spAutoFit/>
          </a:bodyPr>
          <a:lstStyle/>
          <a:p>
            <a:r>
              <a:rPr lang="en-IN" sz="2400" dirty="0">
                <a:solidFill>
                  <a:srgbClr val="FF0000"/>
                </a:solidFill>
                <a:latin typeface="Times New Roman" panose="02020603050405020304" pitchFamily="18" charset="0"/>
                <a:cs typeface="Times New Roman" panose="02020603050405020304" pitchFamily="18" charset="0"/>
              </a:rPr>
              <a:t>Presented by </a:t>
            </a:r>
          </a:p>
          <a:p>
            <a:r>
              <a:rPr lang="en-IN" sz="2400" b="1" dirty="0">
                <a:solidFill>
                  <a:schemeClr val="tx1"/>
                </a:solidFill>
                <a:latin typeface="Times New Roman" panose="02020603050405020304" pitchFamily="18" charset="0"/>
                <a:cs typeface="Times New Roman" panose="02020603050405020304" pitchFamily="18" charset="0"/>
              </a:rPr>
              <a:t>G Leeladri Reddy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
        <p:nvSpPr>
          <p:cNvPr id="2" name="object 2">
            <a:extLst>
              <a:ext uri="{FF2B5EF4-FFF2-40B4-BE49-F238E27FC236}">
                <a16:creationId xmlns:a16="http://schemas.microsoft.com/office/drawing/2014/main" id="{28B15790-BD68-2154-56F5-BB544127C37B}"/>
              </a:ext>
            </a:extLst>
          </p:cNvPr>
          <p:cNvSpPr txBox="1"/>
          <p:nvPr/>
        </p:nvSpPr>
        <p:spPr>
          <a:xfrm>
            <a:off x="542219" y="1031025"/>
            <a:ext cx="8675468" cy="2742097"/>
          </a:xfrm>
          <a:prstGeom prst="rect">
            <a:avLst/>
          </a:prstGeom>
        </p:spPr>
        <p:txBody>
          <a:bodyPr vert="horz" wrap="square" lIns="0" tIns="12700" rIns="0" bIns="0" rtlCol="0">
            <a:spAutoFit/>
          </a:bodyPr>
          <a:lstStyle/>
          <a:p>
            <a:pPr marL="335280" indent="-277495">
              <a:lnSpc>
                <a:spcPct val="150000"/>
              </a:lnSpc>
              <a:spcBef>
                <a:spcPts val="100"/>
              </a:spcBef>
              <a:buFont typeface="Arial"/>
              <a:buChar char="•"/>
              <a:tabLst>
                <a:tab pos="335280" algn="l"/>
              </a:tabLst>
            </a:pPr>
            <a:r>
              <a:rPr lang="en-IN" sz="2400" dirty="0">
                <a:latin typeface="Times New Roman" panose="02020603050405020304" pitchFamily="18" charset="0"/>
                <a:cs typeface="Times New Roman" panose="02020603050405020304" pitchFamily="18" charset="0"/>
              </a:rPr>
              <a:t>I am a recent Graduate in Bachelor of Technology</a:t>
            </a:r>
          </a:p>
          <a:p>
            <a:pPr marL="335280" indent="-277495">
              <a:lnSpc>
                <a:spcPct val="150000"/>
              </a:lnSpc>
              <a:spcBef>
                <a:spcPts val="100"/>
              </a:spcBef>
              <a:buFont typeface="Arial"/>
              <a:buChar char="•"/>
              <a:tabLst>
                <a:tab pos="335280" algn="l"/>
              </a:tabLst>
            </a:pPr>
            <a:r>
              <a:rPr lang="en-US" sz="2400" dirty="0">
                <a:latin typeface="Times New Roman" panose="02020603050405020304" pitchFamily="18" charset="0"/>
                <a:cs typeface="Times New Roman" panose="02020603050405020304" pitchFamily="18" charset="0"/>
              </a:rPr>
              <a:t>I want to be a data scientist to build a models that can solve real-world problems.</a:t>
            </a:r>
          </a:p>
          <a:p>
            <a:pPr marL="335280" indent="-277495">
              <a:lnSpc>
                <a:spcPct val="150000"/>
              </a:lnSpc>
              <a:spcBef>
                <a:spcPts val="100"/>
              </a:spcBef>
              <a:buFont typeface="Arial"/>
              <a:buChar char="•"/>
              <a:tabLst>
                <a:tab pos="335280" algn="l"/>
              </a:tabLst>
            </a:pPr>
            <a:r>
              <a:rPr sz="2400" b="1" spc="-10" dirty="0">
                <a:latin typeface="Times New Roman" panose="02020603050405020304" pitchFamily="18" charset="0"/>
                <a:cs typeface="Times New Roman" panose="02020603050405020304" pitchFamily="18" charset="0"/>
              </a:rPr>
              <a:t>LinkedIn</a:t>
            </a:r>
            <a:r>
              <a:rPr sz="2400" b="1" spc="-70" dirty="0">
                <a:latin typeface="Times New Roman" panose="02020603050405020304" pitchFamily="18" charset="0"/>
                <a:cs typeface="Times New Roman" panose="02020603050405020304" pitchFamily="18" charset="0"/>
              </a:rPr>
              <a:t> </a:t>
            </a:r>
            <a:r>
              <a:rPr lang="en-IN" sz="2400" b="1" spc="-7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hlinkClick r:id="rId3"/>
              </a:rPr>
              <a:t>www.linkedin.com/in/gandudi-leeladri-reddy</a:t>
            </a:r>
            <a:endParaRPr lang="en-IN" sz="2400" spc="-70" dirty="0">
              <a:latin typeface="Times New Roman" panose="02020603050405020304" pitchFamily="18" charset="0"/>
              <a:cs typeface="Times New Roman" panose="02020603050405020304" pitchFamily="18" charset="0"/>
            </a:endParaRPr>
          </a:p>
          <a:p>
            <a:pPr marL="335280" indent="-322580">
              <a:lnSpc>
                <a:spcPct val="150000"/>
              </a:lnSpc>
              <a:buChar char="•"/>
              <a:tabLst>
                <a:tab pos="335280" algn="l"/>
              </a:tabLst>
            </a:pPr>
            <a:r>
              <a:rPr sz="2400" b="1" dirty="0">
                <a:latin typeface="Times New Roman" panose="02020603050405020304" pitchFamily="18" charset="0"/>
                <a:cs typeface="Times New Roman" panose="02020603050405020304" pitchFamily="18" charset="0"/>
              </a:rPr>
              <a:t>GitHub</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hlinkClick r:id="rId4"/>
              </a:rPr>
              <a:t> </a:t>
            </a:r>
            <a:r>
              <a:rPr lang="en-IN" sz="2400" dirty="0">
                <a:latin typeface="Times New Roman" panose="02020603050405020304" pitchFamily="18" charset="0"/>
                <a:cs typeface="Times New Roman" panose="02020603050405020304" pitchFamily="18" charset="0"/>
                <a:hlinkClick r:id="rId5"/>
              </a:rPr>
              <a:t>https://github.com/gandudileeladrireddy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latin typeface="Times New Roman" panose="02020603050405020304" pitchFamily="18" charset="0"/>
                <a:cs typeface="Times New Roman" panose="02020603050405020304" pitchFamily="18" charset="0"/>
              </a:rPr>
              <a:t>Agenda</a:t>
            </a:r>
            <a:r>
              <a:rPr lang="en-IN" b="1" dirty="0">
                <a:solidFill>
                  <a:srgbClr val="FF0000"/>
                </a:solidFill>
              </a:rPr>
              <a:t>   </a:t>
            </a:r>
            <a:endParaRPr b="1" dirty="0">
              <a:solidFill>
                <a:srgbClr val="FF0000"/>
              </a:solidFill>
            </a:endParaRPr>
          </a:p>
        </p:txBody>
      </p:sp>
      <p:sp>
        <p:nvSpPr>
          <p:cNvPr id="2" name="Google Shape;111;p4">
            <a:extLst>
              <a:ext uri="{FF2B5EF4-FFF2-40B4-BE49-F238E27FC236}">
                <a16:creationId xmlns:a16="http://schemas.microsoft.com/office/drawing/2014/main" id="{FA90D2E9-0F71-025A-0E9F-A191BD940871}"/>
              </a:ext>
            </a:extLst>
          </p:cNvPr>
          <p:cNvSpPr txBox="1">
            <a:spLocks/>
          </p:cNvSpPr>
          <p:nvPr/>
        </p:nvSpPr>
        <p:spPr>
          <a:xfrm>
            <a:off x="208472" y="1343818"/>
            <a:ext cx="10515600" cy="477723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Statement</a:t>
            </a:r>
          </a:p>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Objective of the Project</a:t>
            </a:r>
          </a:p>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ER Diagram </a:t>
            </a:r>
          </a:p>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schema </a:t>
            </a:r>
          </a:p>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Key analysis</a:t>
            </a:r>
          </a:p>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Key Insights from Global Consumption Analysis</a:t>
            </a:r>
          </a:p>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Challenges</a:t>
            </a:r>
          </a:p>
          <a:p>
            <a:pPr indent="-431800">
              <a:buSzPts val="24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Conclusion</a:t>
            </a:r>
          </a:p>
          <a:p>
            <a:pPr marL="0" indent="0">
              <a:buSzPts val="2800"/>
              <a:buFont typeface="Arial"/>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79FAC-62E5-22F5-12C8-BE3B5ECF3541}"/>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402E5E6A-B1A5-BE1F-AEA5-7651FF8F90B9}"/>
              </a:ext>
            </a:extLst>
          </p:cNvPr>
          <p:cNvSpPr>
            <a:spLocks noGrp="1"/>
          </p:cNvSpPr>
          <p:nvPr>
            <p:ph idx="1"/>
          </p:nvPr>
        </p:nvSpPr>
        <p:spPr>
          <a:xfrm>
            <a:off x="838200" y="1690688"/>
            <a:ext cx="10515600" cy="4351338"/>
          </a:xfrm>
        </p:spPr>
        <p:txBody>
          <a:bodyPr>
            <a:normAutofit/>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Energy consumption</a:t>
            </a:r>
            <a:r>
              <a:rPr lang="en-US" dirty="0">
                <a:latin typeface="Times New Roman" panose="02020603050405020304" pitchFamily="18" charset="0"/>
                <a:cs typeface="Times New Roman" panose="02020603050405020304" pitchFamily="18" charset="0"/>
              </a:rPr>
              <a:t> is increasing globally, and this growth is not equal across countries, often leading to higher carbon </a:t>
            </a:r>
            <a:r>
              <a:rPr lang="en-US" b="1" dirty="0">
                <a:latin typeface="Times New Roman" panose="02020603050405020304" pitchFamily="18" charset="0"/>
                <a:cs typeface="Times New Roman" panose="02020603050405020304" pitchFamily="18" charset="0"/>
              </a:rPr>
              <a:t>emissions</a:t>
            </a:r>
            <a:r>
              <a:rPr lang="en-US" dirty="0">
                <a:latin typeface="Times New Roman" panose="02020603050405020304" pitchFamily="18" charset="0"/>
                <a:cs typeface="Times New Roman" panose="02020603050405020304" pitchFamily="18" charset="0"/>
              </a:rPr>
              <a:t>. At the same time, </a:t>
            </a:r>
            <a:r>
              <a:rPr lang="en-US" b="1" dirty="0">
                <a:latin typeface="Times New Roman" panose="02020603050405020304" pitchFamily="18" charset="0"/>
                <a:cs typeface="Times New Roman" panose="02020603050405020304" pitchFamily="18" charset="0"/>
              </a:rPr>
              <a:t>economic development</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population growth</a:t>
            </a:r>
            <a:r>
              <a:rPr lang="en-US" dirty="0">
                <a:latin typeface="Times New Roman" panose="02020603050405020304" pitchFamily="18" charset="0"/>
                <a:cs typeface="Times New Roman" panose="02020603050405020304" pitchFamily="18" charset="0"/>
              </a:rPr>
              <a:t> influence how much energy each nation consumes.</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However, for international organizations and governmental bodies, it's difficult to identify which nations are </a:t>
            </a:r>
            <a:r>
              <a:rPr lang="en-US" b="1" dirty="0">
                <a:latin typeface="Times New Roman" panose="02020603050405020304" pitchFamily="18" charset="0"/>
                <a:cs typeface="Times New Roman" panose="02020603050405020304" pitchFamily="18" charset="0"/>
              </a:rPr>
              <a:t>growing sustainably</a:t>
            </a:r>
            <a:r>
              <a:rPr lang="en-US" dirty="0">
                <a:latin typeface="Times New Roman" panose="02020603050405020304" pitchFamily="18" charset="0"/>
                <a:cs typeface="Times New Roman" panose="02020603050405020304" pitchFamily="18" charset="0"/>
              </a:rPr>
              <a:t> and which are </a:t>
            </a:r>
            <a:r>
              <a:rPr lang="en-US" b="1" dirty="0">
                <a:latin typeface="Times New Roman" panose="02020603050405020304" pitchFamily="18" charset="0"/>
                <a:cs typeface="Times New Roman" panose="02020603050405020304" pitchFamily="18" charset="0"/>
              </a:rPr>
              <a:t>lagging in efficiency</a:t>
            </a:r>
            <a:r>
              <a:rPr lang="en-US" dirty="0">
                <a:latin typeface="Times New Roman" panose="02020603050405020304" pitchFamily="18" charset="0"/>
                <a:cs typeface="Times New Roman" panose="02020603050405020304" pitchFamily="18" charset="0"/>
              </a:rPr>
              <a:t>. Without proper analysis of energy, GDP, emissions, and population data, it's impossible to quantify the </a:t>
            </a:r>
            <a:r>
              <a:rPr lang="en-US" b="1" dirty="0">
                <a:latin typeface="Times New Roman" panose="02020603050405020304" pitchFamily="18" charset="0"/>
                <a:cs typeface="Times New Roman" panose="02020603050405020304" pitchFamily="18" charset="0"/>
              </a:rPr>
              <a:t>trade-off</a:t>
            </a:r>
            <a:r>
              <a:rPr lang="en-US" dirty="0">
                <a:latin typeface="Times New Roman" panose="02020603050405020304" pitchFamily="18" charset="0"/>
                <a:cs typeface="Times New Roman" panose="02020603050405020304" pitchFamily="18" charset="0"/>
              </a:rPr>
              <a:t> between economic growth and environmental Sustainability.</a:t>
            </a:r>
          </a:p>
          <a:p>
            <a:endParaRPr lang="en-IN" dirty="0"/>
          </a:p>
        </p:txBody>
      </p:sp>
    </p:spTree>
    <p:extLst>
      <p:ext uri="{BB962C8B-B14F-4D97-AF65-F5344CB8AC3E}">
        <p14:creationId xmlns:p14="http://schemas.microsoft.com/office/powerpoint/2010/main" val="67001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7E35-D0ED-39A4-837F-CA6113D92A65}"/>
              </a:ext>
            </a:extLst>
          </p:cNvPr>
          <p:cNvSpPr>
            <a:spLocks noGrp="1"/>
          </p:cNvSpPr>
          <p:nvPr>
            <p:ph type="title"/>
          </p:nvPr>
        </p:nvSpPr>
        <p:spPr/>
        <p:txBody>
          <a:bodyPr/>
          <a:lstStyle/>
          <a:p>
            <a:r>
              <a:rPr lang="en-US" b="1" dirty="0">
                <a:solidFill>
                  <a:srgbClr val="FF0000"/>
                </a:solidFill>
              </a:rPr>
              <a:t>Objective of the Project:</a:t>
            </a:r>
            <a:endParaRPr lang="en-IN" dirty="0">
              <a:solidFill>
                <a:srgbClr val="FF0000"/>
              </a:solidFill>
            </a:endParaRPr>
          </a:p>
        </p:txBody>
      </p:sp>
      <p:sp>
        <p:nvSpPr>
          <p:cNvPr id="3" name="Text Placeholder 2">
            <a:extLst>
              <a:ext uri="{FF2B5EF4-FFF2-40B4-BE49-F238E27FC236}">
                <a16:creationId xmlns:a16="http://schemas.microsoft.com/office/drawing/2014/main" id="{0661389B-F639-D415-2EAF-8C06C4031479}"/>
              </a:ext>
            </a:extLst>
          </p:cNvPr>
          <p:cNvSpPr>
            <a:spLocks noGrp="1"/>
          </p:cNvSpPr>
          <p:nvPr>
            <p:ph idx="1"/>
          </p:nvPr>
        </p:nvSpPr>
        <p:spPr>
          <a:xfrm>
            <a:off x="838200" y="1423691"/>
            <a:ext cx="10515600" cy="3791404"/>
          </a:xfrm>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Through SQL queries, the project examines how different countries produce and consume energy, how emissions change over time, how population growth impacts the environment, and how economic factors like GDP relate to energy usage.</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goal is to turn raw global data into meaningful insights that help evaluate environmental performance, compare countries, and support better decision-making in sustainability and energy management.</a:t>
            </a:r>
          </a:p>
          <a:p>
            <a:pPr algn="just"/>
            <a:endParaRPr lang="en-IN" dirty="0"/>
          </a:p>
        </p:txBody>
      </p:sp>
    </p:spTree>
    <p:extLst>
      <p:ext uri="{BB962C8B-B14F-4D97-AF65-F5344CB8AC3E}">
        <p14:creationId xmlns:p14="http://schemas.microsoft.com/office/powerpoint/2010/main" val="1379073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51E99-FB13-E859-58D9-3C3082801AF0}"/>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ER Diagram</a:t>
            </a:r>
          </a:p>
        </p:txBody>
      </p:sp>
      <p:pic>
        <p:nvPicPr>
          <p:cNvPr id="5" name="Picture 4">
            <a:extLst>
              <a:ext uri="{FF2B5EF4-FFF2-40B4-BE49-F238E27FC236}">
                <a16:creationId xmlns:a16="http://schemas.microsoft.com/office/drawing/2014/main" id="{4ADBAF68-7FED-F4A2-D4A2-609DAA371010}"/>
              </a:ext>
            </a:extLst>
          </p:cNvPr>
          <p:cNvPicPr>
            <a:picLocks noChangeAspect="1"/>
          </p:cNvPicPr>
          <p:nvPr/>
        </p:nvPicPr>
        <p:blipFill>
          <a:blip r:embed="rId2"/>
          <a:stretch>
            <a:fillRect/>
          </a:stretch>
        </p:blipFill>
        <p:spPr>
          <a:xfrm>
            <a:off x="838200" y="1624185"/>
            <a:ext cx="8989087" cy="4424924"/>
          </a:xfrm>
          <a:prstGeom prst="rect">
            <a:avLst/>
          </a:prstGeom>
        </p:spPr>
      </p:pic>
    </p:spTree>
    <p:extLst>
      <p:ext uri="{BB962C8B-B14F-4D97-AF65-F5344CB8AC3E}">
        <p14:creationId xmlns:p14="http://schemas.microsoft.com/office/powerpoint/2010/main" val="3526197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7AD7-671F-F3E4-9C9A-15B1C0FCA094}"/>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Schema</a:t>
            </a:r>
          </a:p>
        </p:txBody>
      </p:sp>
      <p:graphicFrame>
        <p:nvGraphicFramePr>
          <p:cNvPr id="4" name="Table 3">
            <a:extLst>
              <a:ext uri="{FF2B5EF4-FFF2-40B4-BE49-F238E27FC236}">
                <a16:creationId xmlns:a16="http://schemas.microsoft.com/office/drawing/2014/main" id="{665FAD08-13BD-3F83-8586-627A3BD4EF97}"/>
              </a:ext>
            </a:extLst>
          </p:cNvPr>
          <p:cNvGraphicFramePr>
            <a:graphicFrameLocks noGrp="1"/>
          </p:cNvGraphicFramePr>
          <p:nvPr/>
        </p:nvGraphicFramePr>
        <p:xfrm>
          <a:off x="767860" y="1690687"/>
          <a:ext cx="9491506" cy="3805762"/>
        </p:xfrm>
        <a:graphic>
          <a:graphicData uri="http://schemas.openxmlformats.org/drawingml/2006/table">
            <a:tbl>
              <a:tblPr firstRow="1" bandRow="1">
                <a:tableStyleId>{5FD0F851-EC5A-4D38-B0AD-8093EC10F338}</a:tableStyleId>
              </a:tblPr>
              <a:tblGrid>
                <a:gridCol w="1426302">
                  <a:extLst>
                    <a:ext uri="{9D8B030D-6E8A-4147-A177-3AD203B41FA5}">
                      <a16:colId xmlns:a16="http://schemas.microsoft.com/office/drawing/2014/main" val="243853125"/>
                    </a:ext>
                  </a:extLst>
                </a:gridCol>
                <a:gridCol w="1952248">
                  <a:extLst>
                    <a:ext uri="{9D8B030D-6E8A-4147-A177-3AD203B41FA5}">
                      <a16:colId xmlns:a16="http://schemas.microsoft.com/office/drawing/2014/main" val="1591205871"/>
                    </a:ext>
                  </a:extLst>
                </a:gridCol>
                <a:gridCol w="1646547">
                  <a:extLst>
                    <a:ext uri="{9D8B030D-6E8A-4147-A177-3AD203B41FA5}">
                      <a16:colId xmlns:a16="http://schemas.microsoft.com/office/drawing/2014/main" val="1026182529"/>
                    </a:ext>
                  </a:extLst>
                </a:gridCol>
                <a:gridCol w="1454230">
                  <a:extLst>
                    <a:ext uri="{9D8B030D-6E8A-4147-A177-3AD203B41FA5}">
                      <a16:colId xmlns:a16="http://schemas.microsoft.com/office/drawing/2014/main" val="1898442846"/>
                    </a:ext>
                  </a:extLst>
                </a:gridCol>
                <a:gridCol w="1359857">
                  <a:extLst>
                    <a:ext uri="{9D8B030D-6E8A-4147-A177-3AD203B41FA5}">
                      <a16:colId xmlns:a16="http://schemas.microsoft.com/office/drawing/2014/main" val="543088754"/>
                    </a:ext>
                  </a:extLst>
                </a:gridCol>
                <a:gridCol w="1652322">
                  <a:extLst>
                    <a:ext uri="{9D8B030D-6E8A-4147-A177-3AD203B41FA5}">
                      <a16:colId xmlns:a16="http://schemas.microsoft.com/office/drawing/2014/main" val="2203739920"/>
                    </a:ext>
                  </a:extLst>
                </a:gridCol>
              </a:tblGrid>
              <a:tr h="557873">
                <a:tc>
                  <a:txBody>
                    <a:bodyPr/>
                    <a:lstStyle/>
                    <a:p>
                      <a:r>
                        <a:rPr lang="en-IN" dirty="0"/>
                        <a:t>Table Name</a:t>
                      </a:r>
                    </a:p>
                  </a:txBody>
                  <a:tcPr/>
                </a:tc>
                <a:tc>
                  <a:txBody>
                    <a:bodyPr/>
                    <a:lstStyle/>
                    <a:p>
                      <a:r>
                        <a:rPr lang="en-IN" dirty="0"/>
                        <a:t>No. of Columns</a:t>
                      </a:r>
                    </a:p>
                  </a:txBody>
                  <a:tcPr/>
                </a:tc>
                <a:tc>
                  <a:txBody>
                    <a:bodyPr/>
                    <a:lstStyle/>
                    <a:p>
                      <a:r>
                        <a:rPr lang="en-IN" dirty="0"/>
                        <a:t>No. of Records</a:t>
                      </a:r>
                    </a:p>
                  </a:txBody>
                  <a:tcPr/>
                </a:tc>
                <a:tc>
                  <a:txBody>
                    <a:bodyPr/>
                    <a:lstStyle/>
                    <a:p>
                      <a:r>
                        <a:rPr lang="en-IN" dirty="0"/>
                        <a:t>Primary key</a:t>
                      </a:r>
                    </a:p>
                  </a:txBody>
                  <a:tcPr/>
                </a:tc>
                <a:tc>
                  <a:txBody>
                    <a:bodyPr/>
                    <a:lstStyle/>
                    <a:p>
                      <a:r>
                        <a:rPr lang="en-IN" dirty="0"/>
                        <a:t>Unique key</a:t>
                      </a:r>
                    </a:p>
                  </a:txBody>
                  <a:tcPr/>
                </a:tc>
                <a:tc>
                  <a:txBody>
                    <a:bodyPr/>
                    <a:lstStyle/>
                    <a:p>
                      <a:r>
                        <a:rPr lang="en-IN" dirty="0"/>
                        <a:t>Foreign Key</a:t>
                      </a:r>
                    </a:p>
                  </a:txBody>
                  <a:tcPr/>
                </a:tc>
                <a:extLst>
                  <a:ext uri="{0D108BD9-81ED-4DB2-BD59-A6C34878D82A}">
                    <a16:rowId xmlns:a16="http://schemas.microsoft.com/office/drawing/2014/main" val="167773834"/>
                  </a:ext>
                </a:extLst>
              </a:tr>
              <a:tr h="557873">
                <a:tc>
                  <a:txBody>
                    <a:bodyPr/>
                    <a:lstStyle/>
                    <a:p>
                      <a:r>
                        <a:rPr lang="en-IN" dirty="0"/>
                        <a:t>Country</a:t>
                      </a:r>
                    </a:p>
                  </a:txBody>
                  <a:tcPr/>
                </a:tc>
                <a:tc>
                  <a:txBody>
                    <a:bodyPr/>
                    <a:lstStyle/>
                    <a:p>
                      <a:r>
                        <a:rPr lang="en-IN" dirty="0"/>
                        <a:t>2</a:t>
                      </a:r>
                    </a:p>
                  </a:txBody>
                  <a:tcPr/>
                </a:tc>
                <a:tc>
                  <a:txBody>
                    <a:bodyPr/>
                    <a:lstStyle/>
                    <a:p>
                      <a:r>
                        <a:rPr lang="en-IN" dirty="0"/>
                        <a:t>231</a:t>
                      </a:r>
                    </a:p>
                  </a:txBody>
                  <a:tcPr/>
                </a:tc>
                <a:tc>
                  <a:txBody>
                    <a:bodyPr/>
                    <a:lstStyle/>
                    <a:p>
                      <a:r>
                        <a:rPr lang="en-IN" dirty="0"/>
                        <a:t>CID</a:t>
                      </a:r>
                    </a:p>
                  </a:txBody>
                  <a:tcPr/>
                </a:tc>
                <a:tc>
                  <a:txBody>
                    <a:bodyPr/>
                    <a:lstStyle/>
                    <a:p>
                      <a:r>
                        <a:rPr lang="en-IN" dirty="0"/>
                        <a:t>country</a:t>
                      </a:r>
                    </a:p>
                  </a:txBody>
                  <a:tcPr/>
                </a:tc>
                <a:tc>
                  <a:txBody>
                    <a:bodyPr/>
                    <a:lstStyle/>
                    <a:p>
                      <a:r>
                        <a:rPr lang="en-IN" dirty="0"/>
                        <a:t>-</a:t>
                      </a:r>
                    </a:p>
                  </a:txBody>
                  <a:tcPr/>
                </a:tc>
                <a:extLst>
                  <a:ext uri="{0D108BD9-81ED-4DB2-BD59-A6C34878D82A}">
                    <a16:rowId xmlns:a16="http://schemas.microsoft.com/office/drawing/2014/main" val="2452308900"/>
                  </a:ext>
                </a:extLst>
              </a:tr>
              <a:tr h="557873">
                <a:tc>
                  <a:txBody>
                    <a:bodyPr/>
                    <a:lstStyle/>
                    <a:p>
                      <a:r>
                        <a:rPr lang="en-IN" dirty="0"/>
                        <a:t>Population</a:t>
                      </a:r>
                    </a:p>
                  </a:txBody>
                  <a:tcPr/>
                </a:tc>
                <a:tc>
                  <a:txBody>
                    <a:bodyPr/>
                    <a:lstStyle/>
                    <a:p>
                      <a:r>
                        <a:rPr lang="en-IN" dirty="0"/>
                        <a:t>3</a:t>
                      </a:r>
                    </a:p>
                  </a:txBody>
                  <a:tcPr/>
                </a:tc>
                <a:tc>
                  <a:txBody>
                    <a:bodyPr/>
                    <a:lstStyle/>
                    <a:p>
                      <a:r>
                        <a:rPr lang="en-IN" dirty="0"/>
                        <a:t>1000</a:t>
                      </a:r>
                    </a:p>
                  </a:txBody>
                  <a:tcPr/>
                </a:tc>
                <a:tc>
                  <a:txBody>
                    <a:bodyPr/>
                    <a:lstStyle/>
                    <a:p>
                      <a:r>
                        <a:rPr lang="en-IN" dirty="0"/>
                        <a:t>-</a:t>
                      </a:r>
                    </a:p>
                  </a:txBody>
                  <a:tcPr/>
                </a:tc>
                <a:tc>
                  <a:txBody>
                    <a:bodyPr/>
                    <a:lstStyle/>
                    <a:p>
                      <a:r>
                        <a:rPr lang="en-IN" dirty="0"/>
                        <a:t>-</a:t>
                      </a:r>
                    </a:p>
                  </a:txBody>
                  <a:tcPr/>
                </a:tc>
                <a:tc>
                  <a:txBody>
                    <a:bodyPr/>
                    <a:lstStyle/>
                    <a:p>
                      <a:r>
                        <a:rPr lang="en-IN" dirty="0"/>
                        <a:t>country</a:t>
                      </a:r>
                    </a:p>
                  </a:txBody>
                  <a:tcPr/>
                </a:tc>
                <a:extLst>
                  <a:ext uri="{0D108BD9-81ED-4DB2-BD59-A6C34878D82A}">
                    <a16:rowId xmlns:a16="http://schemas.microsoft.com/office/drawing/2014/main" val="1180360741"/>
                  </a:ext>
                </a:extLst>
              </a:tr>
              <a:tr h="557873">
                <a:tc>
                  <a:txBody>
                    <a:bodyPr/>
                    <a:lstStyle/>
                    <a:p>
                      <a:r>
                        <a:rPr lang="en-IN" dirty="0"/>
                        <a:t>gdp_3</a:t>
                      </a:r>
                    </a:p>
                  </a:txBody>
                  <a:tcPr/>
                </a:tc>
                <a:tc>
                  <a:txBody>
                    <a:bodyPr/>
                    <a:lstStyle/>
                    <a:p>
                      <a:r>
                        <a:rPr lang="en-IN" dirty="0"/>
                        <a:t>3</a:t>
                      </a:r>
                    </a:p>
                  </a:txBody>
                  <a:tcPr/>
                </a:tc>
                <a:tc>
                  <a:txBody>
                    <a:bodyPr/>
                    <a:lstStyle/>
                    <a:p>
                      <a:r>
                        <a:rPr lang="en-IN" dirty="0"/>
                        <a:t>1000</a:t>
                      </a:r>
                    </a:p>
                  </a:txBody>
                  <a:tcPr/>
                </a:tc>
                <a:tc>
                  <a:txBody>
                    <a:bodyPr/>
                    <a:lstStyle/>
                    <a:p>
                      <a:r>
                        <a:rPr lang="en-IN" dirty="0"/>
                        <a:t>-</a:t>
                      </a:r>
                    </a:p>
                  </a:txBody>
                  <a:tcPr/>
                </a:tc>
                <a:tc>
                  <a:txBody>
                    <a:bodyPr/>
                    <a:lstStyle/>
                    <a:p>
                      <a:r>
                        <a:rPr lang="en-IN" dirty="0"/>
                        <a:t>-</a:t>
                      </a:r>
                    </a:p>
                  </a:txBody>
                  <a:tcPr/>
                </a:tc>
                <a:tc>
                  <a:txBody>
                    <a:bodyPr/>
                    <a:lstStyle/>
                    <a:p>
                      <a:r>
                        <a:rPr lang="en-IN" dirty="0"/>
                        <a:t>country</a:t>
                      </a:r>
                    </a:p>
                  </a:txBody>
                  <a:tcPr/>
                </a:tc>
                <a:extLst>
                  <a:ext uri="{0D108BD9-81ED-4DB2-BD59-A6C34878D82A}">
                    <a16:rowId xmlns:a16="http://schemas.microsoft.com/office/drawing/2014/main" val="1598751923"/>
                  </a:ext>
                </a:extLst>
              </a:tr>
              <a:tr h="557873">
                <a:tc>
                  <a:txBody>
                    <a:bodyPr/>
                    <a:lstStyle/>
                    <a:p>
                      <a:r>
                        <a:rPr lang="en-IN" dirty="0"/>
                        <a:t>Production</a:t>
                      </a:r>
                    </a:p>
                  </a:txBody>
                  <a:tcPr/>
                </a:tc>
                <a:tc>
                  <a:txBody>
                    <a:bodyPr/>
                    <a:lstStyle/>
                    <a:p>
                      <a:r>
                        <a:rPr lang="en-IN" dirty="0"/>
                        <a:t>4</a:t>
                      </a:r>
                    </a:p>
                  </a:txBody>
                  <a:tcPr/>
                </a:tc>
                <a:tc>
                  <a:txBody>
                    <a:bodyPr/>
                    <a:lstStyle/>
                    <a:p>
                      <a:r>
                        <a:rPr lang="en-IN" dirty="0"/>
                        <a:t>5294</a:t>
                      </a:r>
                    </a:p>
                  </a:txBody>
                  <a:tcPr/>
                </a:tc>
                <a:tc>
                  <a:txBody>
                    <a:bodyPr/>
                    <a:lstStyle/>
                    <a:p>
                      <a:r>
                        <a:rPr lang="en-IN" dirty="0"/>
                        <a:t>-</a:t>
                      </a:r>
                    </a:p>
                  </a:txBody>
                  <a:tcPr/>
                </a:tc>
                <a:tc>
                  <a:txBody>
                    <a:bodyPr/>
                    <a:lstStyle/>
                    <a:p>
                      <a:r>
                        <a:rPr lang="en-IN" dirty="0"/>
                        <a:t>-</a:t>
                      </a:r>
                    </a:p>
                  </a:txBody>
                  <a:tcPr/>
                </a:tc>
                <a:tc>
                  <a:txBody>
                    <a:bodyPr/>
                    <a:lstStyle/>
                    <a:p>
                      <a:r>
                        <a:rPr lang="en-IN" dirty="0"/>
                        <a:t>country</a:t>
                      </a:r>
                    </a:p>
                  </a:txBody>
                  <a:tcPr/>
                </a:tc>
                <a:extLst>
                  <a:ext uri="{0D108BD9-81ED-4DB2-BD59-A6C34878D82A}">
                    <a16:rowId xmlns:a16="http://schemas.microsoft.com/office/drawing/2014/main" val="581743194"/>
                  </a:ext>
                </a:extLst>
              </a:tr>
              <a:tr h="557873">
                <a:tc>
                  <a:txBody>
                    <a:bodyPr/>
                    <a:lstStyle/>
                    <a:p>
                      <a:r>
                        <a:rPr lang="en-IN" dirty="0"/>
                        <a:t>Consumption</a:t>
                      </a:r>
                    </a:p>
                  </a:txBody>
                  <a:tcPr/>
                </a:tc>
                <a:tc>
                  <a:txBody>
                    <a:bodyPr/>
                    <a:lstStyle/>
                    <a:p>
                      <a:r>
                        <a:rPr lang="en-IN" dirty="0"/>
                        <a:t>4</a:t>
                      </a:r>
                    </a:p>
                  </a:txBody>
                  <a:tcPr/>
                </a:tc>
                <a:tc>
                  <a:txBody>
                    <a:bodyPr/>
                    <a:lstStyle/>
                    <a:p>
                      <a:r>
                        <a:rPr lang="en-IN" dirty="0"/>
                        <a:t>5277</a:t>
                      </a:r>
                    </a:p>
                  </a:txBody>
                  <a:tcPr/>
                </a:tc>
                <a:tc>
                  <a:txBody>
                    <a:bodyPr/>
                    <a:lstStyle/>
                    <a:p>
                      <a:r>
                        <a:rPr lang="en-IN" dirty="0"/>
                        <a:t>-</a:t>
                      </a:r>
                    </a:p>
                  </a:txBody>
                  <a:tcPr/>
                </a:tc>
                <a:tc>
                  <a:txBody>
                    <a:bodyPr/>
                    <a:lstStyle/>
                    <a:p>
                      <a:r>
                        <a:rPr lang="en-IN" dirty="0"/>
                        <a:t>-</a:t>
                      </a:r>
                    </a:p>
                  </a:txBody>
                  <a:tcPr/>
                </a:tc>
                <a:tc>
                  <a:txBody>
                    <a:bodyPr/>
                    <a:lstStyle/>
                    <a:p>
                      <a:r>
                        <a:rPr lang="en-IN" dirty="0"/>
                        <a:t>country</a:t>
                      </a:r>
                    </a:p>
                  </a:txBody>
                  <a:tcPr/>
                </a:tc>
                <a:extLst>
                  <a:ext uri="{0D108BD9-81ED-4DB2-BD59-A6C34878D82A}">
                    <a16:rowId xmlns:a16="http://schemas.microsoft.com/office/drawing/2014/main" val="2188615055"/>
                  </a:ext>
                </a:extLst>
              </a:tr>
              <a:tr h="458524">
                <a:tc>
                  <a:txBody>
                    <a:bodyPr/>
                    <a:lstStyle/>
                    <a:p>
                      <a:r>
                        <a:rPr lang="en-IN" dirty="0"/>
                        <a:t>Emission_3</a:t>
                      </a:r>
                    </a:p>
                  </a:txBody>
                  <a:tcPr/>
                </a:tc>
                <a:tc>
                  <a:txBody>
                    <a:bodyPr/>
                    <a:lstStyle/>
                    <a:p>
                      <a:r>
                        <a:rPr lang="en-IN" dirty="0"/>
                        <a:t>5</a:t>
                      </a:r>
                    </a:p>
                  </a:txBody>
                  <a:tcPr/>
                </a:tc>
                <a:tc>
                  <a:txBody>
                    <a:bodyPr/>
                    <a:lstStyle/>
                    <a:p>
                      <a:r>
                        <a:rPr lang="en-IN" dirty="0"/>
                        <a:t>3515</a:t>
                      </a:r>
                    </a:p>
                  </a:txBody>
                  <a:tcPr/>
                </a:tc>
                <a:tc>
                  <a:txBody>
                    <a:bodyPr/>
                    <a:lstStyle/>
                    <a:p>
                      <a:r>
                        <a:rPr lang="en-IN" dirty="0"/>
                        <a:t>-</a:t>
                      </a:r>
                    </a:p>
                  </a:txBody>
                  <a:tcPr/>
                </a:tc>
                <a:tc>
                  <a:txBody>
                    <a:bodyPr/>
                    <a:lstStyle/>
                    <a:p>
                      <a:r>
                        <a:rPr lang="en-IN" dirty="0"/>
                        <a:t>-</a:t>
                      </a:r>
                    </a:p>
                  </a:txBody>
                  <a:tcPr/>
                </a:tc>
                <a:tc>
                  <a:txBody>
                    <a:bodyPr/>
                    <a:lstStyle/>
                    <a:p>
                      <a:r>
                        <a:rPr lang="en-IN" dirty="0"/>
                        <a:t>country</a:t>
                      </a:r>
                    </a:p>
                  </a:txBody>
                  <a:tcPr/>
                </a:tc>
                <a:extLst>
                  <a:ext uri="{0D108BD9-81ED-4DB2-BD59-A6C34878D82A}">
                    <a16:rowId xmlns:a16="http://schemas.microsoft.com/office/drawing/2014/main" val="3776655839"/>
                  </a:ext>
                </a:extLst>
              </a:tr>
            </a:tbl>
          </a:graphicData>
        </a:graphic>
      </p:graphicFrame>
    </p:spTree>
    <p:extLst>
      <p:ext uri="{BB962C8B-B14F-4D97-AF65-F5344CB8AC3E}">
        <p14:creationId xmlns:p14="http://schemas.microsoft.com/office/powerpoint/2010/main" val="3593361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DAC6-C44C-FD58-2F4B-3ECE660E4CEA}"/>
              </a:ext>
            </a:extLst>
          </p:cNvPr>
          <p:cNvSpPr>
            <a:spLocks noGrp="1"/>
          </p:cNvSpPr>
          <p:nvPr>
            <p:ph type="title"/>
          </p:nvPr>
        </p:nvSpPr>
        <p:spPr>
          <a:xfrm>
            <a:off x="435430" y="0"/>
            <a:ext cx="10624455"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Key Analysis</a:t>
            </a:r>
          </a:p>
        </p:txBody>
      </p:sp>
      <p:sp>
        <p:nvSpPr>
          <p:cNvPr id="3" name="Text Placeholder 2">
            <a:extLst>
              <a:ext uri="{FF2B5EF4-FFF2-40B4-BE49-F238E27FC236}">
                <a16:creationId xmlns:a16="http://schemas.microsoft.com/office/drawing/2014/main" id="{9C3B3586-BBD5-4DB1-9C52-BE643A31CAE4}"/>
              </a:ext>
            </a:extLst>
          </p:cNvPr>
          <p:cNvSpPr>
            <a:spLocks noGrp="1"/>
          </p:cNvSpPr>
          <p:nvPr>
            <p:ph idx="1"/>
          </p:nvPr>
        </p:nvSpPr>
        <p:spPr>
          <a:xfrm>
            <a:off x="435430" y="924039"/>
            <a:ext cx="11212285" cy="803047"/>
          </a:xfrm>
        </p:spPr>
        <p:txBody>
          <a:bodyPr>
            <a:normAutofit fontScale="92500"/>
          </a:bodyPr>
          <a:lstStyle/>
          <a:p>
            <a:pPr marL="114300" indent="0">
              <a:buNone/>
            </a:pPr>
            <a:r>
              <a:rPr lang="en-US" b="1" dirty="0">
                <a:latin typeface="Times New Roman" panose="02020603050405020304" pitchFamily="18" charset="0"/>
                <a:cs typeface="Times New Roman" panose="02020603050405020304" pitchFamily="18" charset="0"/>
              </a:rPr>
              <a:t>What is the total emission per country for the most recent year available?</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9044F17-BA1E-70C6-C2CB-3586B0EDE33F}"/>
              </a:ext>
            </a:extLst>
          </p:cNvPr>
          <p:cNvPicPr>
            <a:picLocks noChangeAspect="1"/>
          </p:cNvPicPr>
          <p:nvPr/>
        </p:nvPicPr>
        <p:blipFill>
          <a:blip r:embed="rId2"/>
          <a:stretch>
            <a:fillRect/>
          </a:stretch>
        </p:blipFill>
        <p:spPr>
          <a:xfrm>
            <a:off x="755300" y="1861457"/>
            <a:ext cx="5820587" cy="3645040"/>
          </a:xfrm>
          <a:prstGeom prst="rect">
            <a:avLst/>
          </a:prstGeom>
        </p:spPr>
      </p:pic>
      <p:pic>
        <p:nvPicPr>
          <p:cNvPr id="7" name="Picture 6">
            <a:extLst>
              <a:ext uri="{FF2B5EF4-FFF2-40B4-BE49-F238E27FC236}">
                <a16:creationId xmlns:a16="http://schemas.microsoft.com/office/drawing/2014/main" id="{9D8D8D46-F6E5-3634-0624-FA60872FB408}"/>
              </a:ext>
            </a:extLst>
          </p:cNvPr>
          <p:cNvPicPr>
            <a:picLocks noChangeAspect="1"/>
          </p:cNvPicPr>
          <p:nvPr/>
        </p:nvPicPr>
        <p:blipFill>
          <a:blip r:embed="rId3"/>
          <a:stretch>
            <a:fillRect/>
          </a:stretch>
        </p:blipFill>
        <p:spPr>
          <a:xfrm>
            <a:off x="7494472" y="1531450"/>
            <a:ext cx="4503260" cy="4402511"/>
          </a:xfrm>
          <a:prstGeom prst="rect">
            <a:avLst/>
          </a:prstGeom>
        </p:spPr>
      </p:pic>
    </p:spTree>
    <p:extLst>
      <p:ext uri="{BB962C8B-B14F-4D97-AF65-F5344CB8AC3E}">
        <p14:creationId xmlns:p14="http://schemas.microsoft.com/office/powerpoint/2010/main" val="3012781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C383F-879D-BCBD-3702-A70BAE0267D0}"/>
              </a:ext>
            </a:extLst>
          </p:cNvPr>
          <p:cNvSpPr>
            <a:spLocks noGrp="1"/>
          </p:cNvSpPr>
          <p:nvPr>
            <p:ph type="title"/>
          </p:nvPr>
        </p:nvSpPr>
        <p:spPr>
          <a:xfrm>
            <a:off x="599550" y="465992"/>
            <a:ext cx="12192000" cy="947058"/>
          </a:xfrm>
        </p:spPr>
        <p:txBody>
          <a:bodyPr>
            <a:normAutofit/>
          </a:bodyPr>
          <a:lstStyle/>
          <a:p>
            <a:r>
              <a:rPr lang="en-US" sz="2600" b="1" dirty="0">
                <a:latin typeface="Times New Roman" panose="02020603050405020304" pitchFamily="18" charset="0"/>
                <a:cs typeface="Times New Roman" panose="02020603050405020304" pitchFamily="18" charset="0"/>
              </a:rPr>
              <a:t>What are the top 5 countries by GDP in the most recent year?</a:t>
            </a:r>
            <a:endParaRPr lang="en-IN" sz="26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CA6AC2A-9DB8-8028-082F-C40821FE150B}"/>
              </a:ext>
            </a:extLst>
          </p:cNvPr>
          <p:cNvPicPr>
            <a:picLocks noChangeAspect="1"/>
          </p:cNvPicPr>
          <p:nvPr/>
        </p:nvPicPr>
        <p:blipFill>
          <a:blip r:embed="rId2"/>
          <a:stretch>
            <a:fillRect/>
          </a:stretch>
        </p:blipFill>
        <p:spPr>
          <a:xfrm>
            <a:off x="971339" y="2066115"/>
            <a:ext cx="5586885" cy="3641349"/>
          </a:xfrm>
          <a:prstGeom prst="rect">
            <a:avLst/>
          </a:prstGeom>
        </p:spPr>
      </p:pic>
      <p:pic>
        <p:nvPicPr>
          <p:cNvPr id="9" name="Picture 8">
            <a:extLst>
              <a:ext uri="{FF2B5EF4-FFF2-40B4-BE49-F238E27FC236}">
                <a16:creationId xmlns:a16="http://schemas.microsoft.com/office/drawing/2014/main" id="{906C7770-9474-FF38-C971-E45B7312212B}"/>
              </a:ext>
            </a:extLst>
          </p:cNvPr>
          <p:cNvPicPr>
            <a:picLocks noChangeAspect="1"/>
          </p:cNvPicPr>
          <p:nvPr/>
        </p:nvPicPr>
        <p:blipFill>
          <a:blip r:embed="rId3"/>
          <a:stretch>
            <a:fillRect/>
          </a:stretch>
        </p:blipFill>
        <p:spPr>
          <a:xfrm>
            <a:off x="7686236" y="2204946"/>
            <a:ext cx="4130625" cy="3363686"/>
          </a:xfrm>
          <a:prstGeom prst="rect">
            <a:avLst/>
          </a:prstGeom>
        </p:spPr>
      </p:pic>
    </p:spTree>
    <p:extLst>
      <p:ext uri="{BB962C8B-B14F-4D97-AF65-F5344CB8AC3E}">
        <p14:creationId xmlns:p14="http://schemas.microsoft.com/office/powerpoint/2010/main" val="4015173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74E-CED1-78B5-8C36-0AA098108A1C}"/>
              </a:ext>
            </a:extLst>
          </p:cNvPr>
          <p:cNvSpPr>
            <a:spLocks noGrp="1"/>
          </p:cNvSpPr>
          <p:nvPr>
            <p:ph type="title"/>
          </p:nvPr>
        </p:nvSpPr>
        <p:spPr>
          <a:xfrm>
            <a:off x="607088" y="294787"/>
            <a:ext cx="10515600" cy="800484"/>
          </a:xfrm>
        </p:spPr>
        <p:txBody>
          <a:bodyPr>
            <a:normAutofit/>
          </a:bodyPr>
          <a:lstStyle/>
          <a:p>
            <a:r>
              <a:rPr lang="en-IN" sz="2600" b="1" dirty="0">
                <a:latin typeface="Times New Roman" panose="02020603050405020304" pitchFamily="18" charset="0"/>
                <a:cs typeface="Times New Roman" panose="02020603050405020304" pitchFamily="18" charset="0"/>
              </a:rPr>
              <a:t>Compare energy production and consumption by country and year. </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0F12B4-5170-68D2-2387-9174189C3E13}"/>
              </a:ext>
            </a:extLst>
          </p:cNvPr>
          <p:cNvPicPr>
            <a:picLocks noChangeAspect="1"/>
          </p:cNvPicPr>
          <p:nvPr/>
        </p:nvPicPr>
        <p:blipFill>
          <a:blip r:embed="rId2"/>
          <a:stretch>
            <a:fillRect/>
          </a:stretch>
        </p:blipFill>
        <p:spPr>
          <a:xfrm>
            <a:off x="838200" y="1512185"/>
            <a:ext cx="6220693" cy="3572374"/>
          </a:xfrm>
          <a:prstGeom prst="rect">
            <a:avLst/>
          </a:prstGeom>
        </p:spPr>
      </p:pic>
      <p:pic>
        <p:nvPicPr>
          <p:cNvPr id="7" name="Picture 6">
            <a:extLst>
              <a:ext uri="{FF2B5EF4-FFF2-40B4-BE49-F238E27FC236}">
                <a16:creationId xmlns:a16="http://schemas.microsoft.com/office/drawing/2014/main" id="{65362AE5-C236-85C2-84EF-C7D2191792E0}"/>
              </a:ext>
            </a:extLst>
          </p:cNvPr>
          <p:cNvPicPr>
            <a:picLocks noChangeAspect="1"/>
          </p:cNvPicPr>
          <p:nvPr/>
        </p:nvPicPr>
        <p:blipFill>
          <a:blip r:embed="rId3"/>
          <a:stretch>
            <a:fillRect/>
          </a:stretch>
        </p:blipFill>
        <p:spPr>
          <a:xfrm>
            <a:off x="7542512" y="1890498"/>
            <a:ext cx="4201111" cy="3572374"/>
          </a:xfrm>
          <a:prstGeom prst="rect">
            <a:avLst/>
          </a:prstGeom>
        </p:spPr>
      </p:pic>
    </p:spTree>
    <p:extLst>
      <p:ext uri="{BB962C8B-B14F-4D97-AF65-F5344CB8AC3E}">
        <p14:creationId xmlns:p14="http://schemas.microsoft.com/office/powerpoint/2010/main" val="3865614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77E5-ECC8-33C5-25EE-11F7D21F6295}"/>
              </a:ext>
            </a:extLst>
          </p:cNvPr>
          <p:cNvSpPr>
            <a:spLocks noGrp="1"/>
          </p:cNvSpPr>
          <p:nvPr>
            <p:ph type="title"/>
          </p:nvPr>
        </p:nvSpPr>
        <p:spPr>
          <a:xfrm>
            <a:off x="476460" y="445512"/>
            <a:ext cx="10515600" cy="830629"/>
          </a:xfrm>
        </p:spPr>
        <p:txBody>
          <a:bodyPr>
            <a:normAutofit/>
          </a:bodyPr>
          <a:lstStyle/>
          <a:p>
            <a:r>
              <a:rPr lang="en-IN" sz="2600" b="1" dirty="0">
                <a:latin typeface="Times New Roman" panose="02020603050405020304" pitchFamily="18" charset="0"/>
                <a:cs typeface="Times New Roman" panose="02020603050405020304" pitchFamily="18" charset="0"/>
              </a:rPr>
              <a:t>Which energy types contribute most to emissions across all countries?</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9F072C4-C320-D289-96A8-AF6B58D417C5}"/>
              </a:ext>
            </a:extLst>
          </p:cNvPr>
          <p:cNvPicPr>
            <a:picLocks noChangeAspect="1"/>
          </p:cNvPicPr>
          <p:nvPr/>
        </p:nvPicPr>
        <p:blipFill>
          <a:blip r:embed="rId3"/>
          <a:stretch>
            <a:fillRect/>
          </a:stretch>
        </p:blipFill>
        <p:spPr>
          <a:xfrm>
            <a:off x="838200" y="2270927"/>
            <a:ext cx="7135221" cy="2591162"/>
          </a:xfrm>
          <a:prstGeom prst="rect">
            <a:avLst/>
          </a:prstGeom>
        </p:spPr>
      </p:pic>
      <p:pic>
        <p:nvPicPr>
          <p:cNvPr id="7" name="Picture 6">
            <a:extLst>
              <a:ext uri="{FF2B5EF4-FFF2-40B4-BE49-F238E27FC236}">
                <a16:creationId xmlns:a16="http://schemas.microsoft.com/office/drawing/2014/main" id="{D4806681-A272-F8AB-CABD-065066FE9976}"/>
              </a:ext>
            </a:extLst>
          </p:cNvPr>
          <p:cNvPicPr>
            <a:picLocks noChangeAspect="1"/>
          </p:cNvPicPr>
          <p:nvPr/>
        </p:nvPicPr>
        <p:blipFill>
          <a:blip r:embed="rId4"/>
          <a:stretch>
            <a:fillRect/>
          </a:stretch>
        </p:blipFill>
        <p:spPr>
          <a:xfrm>
            <a:off x="7973421" y="2270927"/>
            <a:ext cx="4013322" cy="1698171"/>
          </a:xfrm>
          <a:prstGeom prst="rect">
            <a:avLst/>
          </a:prstGeom>
        </p:spPr>
      </p:pic>
    </p:spTree>
    <p:extLst>
      <p:ext uri="{BB962C8B-B14F-4D97-AF65-F5344CB8AC3E}">
        <p14:creationId xmlns:p14="http://schemas.microsoft.com/office/powerpoint/2010/main" val="2301573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6DD9C-D034-FCB2-2671-6F4AF8C1508D}"/>
              </a:ext>
            </a:extLst>
          </p:cNvPr>
          <p:cNvSpPr>
            <a:spLocks noGrp="1"/>
          </p:cNvSpPr>
          <p:nvPr>
            <p:ph type="title"/>
          </p:nvPr>
        </p:nvSpPr>
        <p:spPr>
          <a:xfrm>
            <a:off x="446314" y="251261"/>
            <a:ext cx="10515600" cy="890919"/>
          </a:xfrm>
        </p:spPr>
        <p:txBody>
          <a:bodyPr>
            <a:normAutofit/>
          </a:bodyPr>
          <a:lstStyle/>
          <a:p>
            <a:r>
              <a:rPr lang="en-IN" sz="2600" b="1" dirty="0">
                <a:latin typeface="Times New Roman" panose="02020603050405020304" pitchFamily="18" charset="0"/>
                <a:cs typeface="Times New Roman" panose="02020603050405020304" pitchFamily="18" charset="0"/>
              </a:rPr>
              <a:t>How have global emissions changed year over year?</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9200B2D-5B38-578B-90D8-4414B09E9642}"/>
              </a:ext>
            </a:extLst>
          </p:cNvPr>
          <p:cNvPicPr>
            <a:picLocks noChangeAspect="1"/>
          </p:cNvPicPr>
          <p:nvPr/>
        </p:nvPicPr>
        <p:blipFill>
          <a:blip r:embed="rId2"/>
          <a:stretch>
            <a:fillRect/>
          </a:stretch>
        </p:blipFill>
        <p:spPr>
          <a:xfrm>
            <a:off x="838200" y="1531483"/>
            <a:ext cx="7300965" cy="4629796"/>
          </a:xfrm>
          <a:prstGeom prst="rect">
            <a:avLst/>
          </a:prstGeom>
        </p:spPr>
      </p:pic>
      <p:pic>
        <p:nvPicPr>
          <p:cNvPr id="11" name="Picture 10">
            <a:extLst>
              <a:ext uri="{FF2B5EF4-FFF2-40B4-BE49-F238E27FC236}">
                <a16:creationId xmlns:a16="http://schemas.microsoft.com/office/drawing/2014/main" id="{0F179FB0-69AE-5F65-B934-DF7E960FE7BF}"/>
              </a:ext>
            </a:extLst>
          </p:cNvPr>
          <p:cNvPicPr>
            <a:picLocks noChangeAspect="1"/>
          </p:cNvPicPr>
          <p:nvPr/>
        </p:nvPicPr>
        <p:blipFill>
          <a:blip r:embed="rId3"/>
          <a:stretch>
            <a:fillRect/>
          </a:stretch>
        </p:blipFill>
        <p:spPr>
          <a:xfrm>
            <a:off x="8438639" y="1690688"/>
            <a:ext cx="2805466" cy="2308556"/>
          </a:xfrm>
          <a:prstGeom prst="rect">
            <a:avLst/>
          </a:prstGeom>
        </p:spPr>
      </p:pic>
    </p:spTree>
    <p:extLst>
      <p:ext uri="{BB962C8B-B14F-4D97-AF65-F5344CB8AC3E}">
        <p14:creationId xmlns:p14="http://schemas.microsoft.com/office/powerpoint/2010/main" val="2860743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35EA6-BDC3-581D-9E26-4DEB419E6795}"/>
              </a:ext>
            </a:extLst>
          </p:cNvPr>
          <p:cNvSpPr>
            <a:spLocks noGrp="1"/>
          </p:cNvSpPr>
          <p:nvPr>
            <p:ph type="title"/>
          </p:nvPr>
        </p:nvSpPr>
        <p:spPr>
          <a:xfrm>
            <a:off x="586990" y="117197"/>
            <a:ext cx="10766809" cy="1325563"/>
          </a:xfrm>
        </p:spPr>
        <p:txBody>
          <a:bodyPr>
            <a:normAutofit/>
          </a:bodyPr>
          <a:lstStyle/>
          <a:p>
            <a:r>
              <a:rPr lang="en-IN" sz="2600" b="1" dirty="0">
                <a:latin typeface="Times New Roman" panose="02020603050405020304" pitchFamily="18" charset="0"/>
                <a:cs typeface="Times New Roman" panose="02020603050405020304" pitchFamily="18" charset="0"/>
              </a:rPr>
              <a:t>What is the trend in GDP for each country over the given years?</a:t>
            </a:r>
            <a:endParaRPr lang="en-IN" sz="2600" dirty="0"/>
          </a:p>
        </p:txBody>
      </p:sp>
      <p:pic>
        <p:nvPicPr>
          <p:cNvPr id="7" name="Picture 6">
            <a:extLst>
              <a:ext uri="{FF2B5EF4-FFF2-40B4-BE49-F238E27FC236}">
                <a16:creationId xmlns:a16="http://schemas.microsoft.com/office/drawing/2014/main" id="{BCC82EEB-BD38-9D04-574B-ABC72C9B4232}"/>
              </a:ext>
            </a:extLst>
          </p:cNvPr>
          <p:cNvPicPr>
            <a:picLocks noChangeAspect="1"/>
          </p:cNvPicPr>
          <p:nvPr/>
        </p:nvPicPr>
        <p:blipFill>
          <a:blip r:embed="rId2"/>
          <a:stretch>
            <a:fillRect/>
          </a:stretch>
        </p:blipFill>
        <p:spPr>
          <a:xfrm>
            <a:off x="8029111" y="1442760"/>
            <a:ext cx="3324689" cy="4455622"/>
          </a:xfrm>
          <a:prstGeom prst="rect">
            <a:avLst/>
          </a:prstGeom>
        </p:spPr>
      </p:pic>
      <p:pic>
        <p:nvPicPr>
          <p:cNvPr id="9" name="Picture 8">
            <a:extLst>
              <a:ext uri="{FF2B5EF4-FFF2-40B4-BE49-F238E27FC236}">
                <a16:creationId xmlns:a16="http://schemas.microsoft.com/office/drawing/2014/main" id="{06D820CC-7752-3B33-AAAE-58B98022EDEE}"/>
              </a:ext>
            </a:extLst>
          </p:cNvPr>
          <p:cNvPicPr>
            <a:picLocks noChangeAspect="1"/>
          </p:cNvPicPr>
          <p:nvPr/>
        </p:nvPicPr>
        <p:blipFill>
          <a:blip r:embed="rId3"/>
          <a:stretch>
            <a:fillRect/>
          </a:stretch>
        </p:blipFill>
        <p:spPr>
          <a:xfrm>
            <a:off x="838200" y="1690688"/>
            <a:ext cx="7011378" cy="3839111"/>
          </a:xfrm>
          <a:prstGeom prst="rect">
            <a:avLst/>
          </a:prstGeom>
        </p:spPr>
      </p:pic>
    </p:spTree>
    <p:extLst>
      <p:ext uri="{BB962C8B-B14F-4D97-AF65-F5344CB8AC3E}">
        <p14:creationId xmlns:p14="http://schemas.microsoft.com/office/powerpoint/2010/main" val="3292147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1AA44-4076-3410-8E87-C80376057289}"/>
              </a:ext>
            </a:extLst>
          </p:cNvPr>
          <p:cNvSpPr>
            <a:spLocks noGrp="1"/>
          </p:cNvSpPr>
          <p:nvPr>
            <p:ph type="title"/>
          </p:nvPr>
        </p:nvSpPr>
        <p:spPr>
          <a:xfrm>
            <a:off x="647281" y="365125"/>
            <a:ext cx="10515600" cy="1096910"/>
          </a:xfrm>
        </p:spPr>
        <p:txBody>
          <a:bodyPr>
            <a:normAutofit/>
          </a:bodyPr>
          <a:lstStyle/>
          <a:p>
            <a:r>
              <a:rPr lang="en-IN" sz="2600" b="1" dirty="0">
                <a:latin typeface="Times New Roman" panose="02020603050405020304" pitchFamily="18" charset="0"/>
                <a:cs typeface="Times New Roman" panose="02020603050405020304" pitchFamily="18" charset="0"/>
              </a:rPr>
              <a:t>Has energy consumption increased or decreased over the years for major economies?</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0366DD-5461-9D1D-7AFD-1343576892E0}"/>
              </a:ext>
            </a:extLst>
          </p:cNvPr>
          <p:cNvPicPr>
            <a:picLocks noChangeAspect="1"/>
          </p:cNvPicPr>
          <p:nvPr/>
        </p:nvPicPr>
        <p:blipFill>
          <a:blip r:embed="rId2"/>
          <a:stretch>
            <a:fillRect/>
          </a:stretch>
        </p:blipFill>
        <p:spPr>
          <a:xfrm>
            <a:off x="838200" y="1795234"/>
            <a:ext cx="7654156" cy="3600731"/>
          </a:xfrm>
          <a:prstGeom prst="rect">
            <a:avLst/>
          </a:prstGeom>
        </p:spPr>
      </p:pic>
      <p:pic>
        <p:nvPicPr>
          <p:cNvPr id="7" name="Picture 6">
            <a:extLst>
              <a:ext uri="{FF2B5EF4-FFF2-40B4-BE49-F238E27FC236}">
                <a16:creationId xmlns:a16="http://schemas.microsoft.com/office/drawing/2014/main" id="{B37EC0B6-7EE6-E7FD-8DB9-AAB061FEC2C6}"/>
              </a:ext>
            </a:extLst>
          </p:cNvPr>
          <p:cNvPicPr>
            <a:picLocks noChangeAspect="1"/>
          </p:cNvPicPr>
          <p:nvPr/>
        </p:nvPicPr>
        <p:blipFill>
          <a:blip r:embed="rId3"/>
          <a:stretch>
            <a:fillRect/>
          </a:stretch>
        </p:blipFill>
        <p:spPr>
          <a:xfrm>
            <a:off x="8714969" y="1690687"/>
            <a:ext cx="3031554" cy="4398614"/>
          </a:xfrm>
          <a:prstGeom prst="rect">
            <a:avLst/>
          </a:prstGeom>
        </p:spPr>
      </p:pic>
    </p:spTree>
    <p:extLst>
      <p:ext uri="{BB962C8B-B14F-4D97-AF65-F5344CB8AC3E}">
        <p14:creationId xmlns:p14="http://schemas.microsoft.com/office/powerpoint/2010/main" val="1710437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6BE1-9BC5-236B-83AB-1F32DEE3E604}"/>
              </a:ext>
            </a:extLst>
          </p:cNvPr>
          <p:cNvSpPr>
            <a:spLocks noGrp="1"/>
          </p:cNvSpPr>
          <p:nvPr>
            <p:ph type="title"/>
          </p:nvPr>
        </p:nvSpPr>
        <p:spPr>
          <a:xfrm>
            <a:off x="717619" y="422031"/>
            <a:ext cx="10515600" cy="803868"/>
          </a:xfrm>
        </p:spPr>
        <p:txBody>
          <a:bodyPr>
            <a:normAutofit/>
          </a:bodyPr>
          <a:lstStyle/>
          <a:p>
            <a:r>
              <a:rPr lang="en-IN" sz="2600" b="1" dirty="0">
                <a:latin typeface="Times New Roman" panose="02020603050405020304" pitchFamily="18" charset="0"/>
                <a:cs typeface="Times New Roman" panose="02020603050405020304" pitchFamily="18" charset="0"/>
              </a:rPr>
              <a:t>What is the emission-to-GDP ratio for each country by year?</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00AC0F5-1ADC-7501-DF12-9C14DF4217E6}"/>
              </a:ext>
            </a:extLst>
          </p:cNvPr>
          <p:cNvPicPr>
            <a:picLocks noChangeAspect="1"/>
          </p:cNvPicPr>
          <p:nvPr/>
        </p:nvPicPr>
        <p:blipFill>
          <a:blip r:embed="rId2"/>
          <a:stretch>
            <a:fillRect/>
          </a:stretch>
        </p:blipFill>
        <p:spPr>
          <a:xfrm>
            <a:off x="838200" y="1795234"/>
            <a:ext cx="4925112" cy="3267531"/>
          </a:xfrm>
          <a:prstGeom prst="rect">
            <a:avLst/>
          </a:prstGeom>
        </p:spPr>
      </p:pic>
      <p:pic>
        <p:nvPicPr>
          <p:cNvPr id="7" name="Picture 6">
            <a:extLst>
              <a:ext uri="{FF2B5EF4-FFF2-40B4-BE49-F238E27FC236}">
                <a16:creationId xmlns:a16="http://schemas.microsoft.com/office/drawing/2014/main" id="{4EC1C6D2-C154-A69F-F0BC-EC0953EB75C5}"/>
              </a:ext>
            </a:extLst>
          </p:cNvPr>
          <p:cNvPicPr>
            <a:picLocks noChangeAspect="1"/>
          </p:cNvPicPr>
          <p:nvPr/>
        </p:nvPicPr>
        <p:blipFill>
          <a:blip r:embed="rId3"/>
          <a:stretch>
            <a:fillRect/>
          </a:stretch>
        </p:blipFill>
        <p:spPr>
          <a:xfrm>
            <a:off x="6675354" y="1616975"/>
            <a:ext cx="5191850" cy="3362794"/>
          </a:xfrm>
          <a:prstGeom prst="rect">
            <a:avLst/>
          </a:prstGeom>
        </p:spPr>
      </p:pic>
    </p:spTree>
    <p:extLst>
      <p:ext uri="{BB962C8B-B14F-4D97-AF65-F5344CB8AC3E}">
        <p14:creationId xmlns:p14="http://schemas.microsoft.com/office/powerpoint/2010/main" val="2567790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41E2C-A0D2-F822-3B6A-29C2692F7324}"/>
              </a:ext>
            </a:extLst>
          </p:cNvPr>
          <p:cNvSpPr>
            <a:spLocks noGrp="1"/>
          </p:cNvSpPr>
          <p:nvPr>
            <p:ph type="title"/>
          </p:nvPr>
        </p:nvSpPr>
        <p:spPr>
          <a:xfrm>
            <a:off x="677427" y="254594"/>
            <a:ext cx="10515600" cy="1041644"/>
          </a:xfrm>
        </p:spPr>
        <p:txBody>
          <a:bodyPr>
            <a:normAutofit/>
          </a:bodyPr>
          <a:lstStyle/>
          <a:p>
            <a:r>
              <a:rPr lang="en-IN" sz="2600" b="1" dirty="0">
                <a:latin typeface="Times New Roman" panose="02020603050405020304" pitchFamily="18" charset="0"/>
                <a:cs typeface="Times New Roman" panose="02020603050405020304" pitchFamily="18" charset="0"/>
              </a:rPr>
              <a:t>Which countries have improved (reduced) their per capita emissions the most over the last decade?</a:t>
            </a:r>
            <a:endParaRPr lang="en-IN" sz="2600" dirty="0">
              <a:latin typeface="Times New Roman" panose="02020603050405020304" pitchFamily="18" charset="0"/>
              <a:cs typeface="Times New Roman" panose="02020603050405020304" pitchFamily="18" charset="0"/>
            </a:endParaRPr>
          </a:p>
        </p:txBody>
      </p:sp>
      <p:pic>
        <p:nvPicPr>
          <p:cNvPr id="5" name="Picture 4" descr="A screenshot of a computer program&#10;&#10;AI-generated content may be incorrect.">
            <a:extLst>
              <a:ext uri="{FF2B5EF4-FFF2-40B4-BE49-F238E27FC236}">
                <a16:creationId xmlns:a16="http://schemas.microsoft.com/office/drawing/2014/main" id="{703EBB70-6591-68EB-55E5-C2F5C0A60E9D}"/>
              </a:ext>
            </a:extLst>
          </p:cNvPr>
          <p:cNvPicPr>
            <a:picLocks noChangeAspect="1"/>
          </p:cNvPicPr>
          <p:nvPr/>
        </p:nvPicPr>
        <p:blipFill>
          <a:blip r:embed="rId2"/>
          <a:stretch>
            <a:fillRect/>
          </a:stretch>
        </p:blipFill>
        <p:spPr>
          <a:xfrm>
            <a:off x="677427" y="1163562"/>
            <a:ext cx="5534797" cy="5334744"/>
          </a:xfrm>
          <a:prstGeom prst="rect">
            <a:avLst/>
          </a:prstGeom>
        </p:spPr>
      </p:pic>
      <p:pic>
        <p:nvPicPr>
          <p:cNvPr id="8" name="Picture 7" descr="A screenshot of a computer screen&#10;&#10;AI-generated content may be incorrect.">
            <a:extLst>
              <a:ext uri="{FF2B5EF4-FFF2-40B4-BE49-F238E27FC236}">
                <a16:creationId xmlns:a16="http://schemas.microsoft.com/office/drawing/2014/main" id="{C5CA14DE-E754-404D-B935-ACE2CE2DD8AE}"/>
              </a:ext>
            </a:extLst>
          </p:cNvPr>
          <p:cNvPicPr>
            <a:picLocks noChangeAspect="1"/>
          </p:cNvPicPr>
          <p:nvPr/>
        </p:nvPicPr>
        <p:blipFill>
          <a:blip r:embed="rId3"/>
          <a:stretch>
            <a:fillRect/>
          </a:stretch>
        </p:blipFill>
        <p:spPr>
          <a:xfrm>
            <a:off x="6212224" y="2447788"/>
            <a:ext cx="5979776" cy="1962424"/>
          </a:xfrm>
          <a:prstGeom prst="rect">
            <a:avLst/>
          </a:prstGeom>
        </p:spPr>
      </p:pic>
    </p:spTree>
    <p:extLst>
      <p:ext uri="{BB962C8B-B14F-4D97-AF65-F5344CB8AC3E}">
        <p14:creationId xmlns:p14="http://schemas.microsoft.com/office/powerpoint/2010/main" val="229820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CF055-3C20-B614-773D-7DA4C933292C}"/>
              </a:ext>
            </a:extLst>
          </p:cNvPr>
          <p:cNvSpPr>
            <a:spLocks noGrp="1"/>
          </p:cNvSpPr>
          <p:nvPr>
            <p:ph type="title"/>
          </p:nvPr>
        </p:nvSpPr>
        <p:spPr>
          <a:xfrm>
            <a:off x="550934" y="537586"/>
            <a:ext cx="10515600" cy="723482"/>
          </a:xfrm>
        </p:spPr>
        <p:txBody>
          <a:bodyPr>
            <a:normAutofit/>
          </a:bodyPr>
          <a:lstStyle/>
          <a:p>
            <a:r>
              <a:rPr lang="en-IN" sz="2600" b="1" dirty="0">
                <a:latin typeface="Times New Roman" panose="02020603050405020304" pitchFamily="18" charset="0"/>
                <a:cs typeface="Times New Roman" panose="02020603050405020304" pitchFamily="18" charset="0"/>
              </a:rPr>
              <a:t>What is the global share (%) of emissions by country?</a:t>
            </a:r>
            <a:endParaRPr lang="en-IN" sz="2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567AB42-16D6-DBD7-7880-6B1B4C898F98}"/>
              </a:ext>
            </a:extLst>
          </p:cNvPr>
          <p:cNvPicPr>
            <a:picLocks noChangeAspect="1"/>
          </p:cNvPicPr>
          <p:nvPr/>
        </p:nvPicPr>
        <p:blipFill>
          <a:blip r:embed="rId2"/>
          <a:stretch>
            <a:fillRect/>
          </a:stretch>
        </p:blipFill>
        <p:spPr>
          <a:xfrm>
            <a:off x="838200" y="1876993"/>
            <a:ext cx="4417088" cy="4081680"/>
          </a:xfrm>
          <a:prstGeom prst="rect">
            <a:avLst/>
          </a:prstGeom>
        </p:spPr>
      </p:pic>
      <p:pic>
        <p:nvPicPr>
          <p:cNvPr id="7" name="Picture 6">
            <a:extLst>
              <a:ext uri="{FF2B5EF4-FFF2-40B4-BE49-F238E27FC236}">
                <a16:creationId xmlns:a16="http://schemas.microsoft.com/office/drawing/2014/main" id="{1DE04DF6-473D-875D-B64A-6AF48162F180}"/>
              </a:ext>
            </a:extLst>
          </p:cNvPr>
          <p:cNvPicPr>
            <a:picLocks noChangeAspect="1"/>
          </p:cNvPicPr>
          <p:nvPr/>
        </p:nvPicPr>
        <p:blipFill>
          <a:blip r:embed="rId3"/>
          <a:stretch>
            <a:fillRect/>
          </a:stretch>
        </p:blipFill>
        <p:spPr>
          <a:xfrm>
            <a:off x="6936714" y="1876993"/>
            <a:ext cx="4210207" cy="3408439"/>
          </a:xfrm>
          <a:prstGeom prst="rect">
            <a:avLst/>
          </a:prstGeom>
        </p:spPr>
      </p:pic>
    </p:spTree>
    <p:extLst>
      <p:ext uri="{BB962C8B-B14F-4D97-AF65-F5344CB8AC3E}">
        <p14:creationId xmlns:p14="http://schemas.microsoft.com/office/powerpoint/2010/main" val="2865427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2CD0-F1D2-47EE-609A-D4A350D0A1E2}"/>
              </a:ext>
            </a:extLst>
          </p:cNvPr>
          <p:cNvSpPr>
            <a:spLocks noGrp="1"/>
          </p:cNvSpPr>
          <p:nvPr>
            <p:ph type="title"/>
          </p:nvPr>
        </p:nvSpPr>
        <p:spPr>
          <a:xfrm>
            <a:off x="445477" y="375173"/>
            <a:ext cx="10908323" cy="1061741"/>
          </a:xfrm>
        </p:spPr>
        <p:txBody>
          <a:bodyPr>
            <a:normAutofit fontScale="90000"/>
          </a:bodyPr>
          <a:lstStyle/>
          <a:p>
            <a:r>
              <a:rPr lang="en-IN" b="1" dirty="0">
                <a:solidFill>
                  <a:srgbClr val="FF0000"/>
                </a:solidFill>
                <a:latin typeface="Times New Roman" panose="02020603050405020304" pitchFamily="18" charset="0"/>
                <a:cs typeface="Times New Roman" panose="02020603050405020304" pitchFamily="18" charset="0"/>
              </a:rPr>
              <a:t>Key Insights From Global Energy Consumption</a:t>
            </a:r>
          </a:p>
        </p:txBody>
      </p:sp>
      <p:sp>
        <p:nvSpPr>
          <p:cNvPr id="5" name="Text Placeholder 4">
            <a:extLst>
              <a:ext uri="{FF2B5EF4-FFF2-40B4-BE49-F238E27FC236}">
                <a16:creationId xmlns:a16="http://schemas.microsoft.com/office/drawing/2014/main" id="{DC8AE9FE-03E3-3EE7-0229-320E337DCCEE}"/>
              </a:ext>
            </a:extLst>
          </p:cNvPr>
          <p:cNvSpPr>
            <a:spLocks noGrp="1"/>
          </p:cNvSpPr>
          <p:nvPr>
            <p:ph idx="1"/>
          </p:nvPr>
        </p:nvSpPr>
        <p:spPr>
          <a:xfrm>
            <a:off x="838200" y="1436914"/>
            <a:ext cx="10515600" cy="4446396"/>
          </a:xfrm>
        </p:spPr>
        <p:txBody>
          <a:bodyPr vert="horz">
            <a:noAutofit/>
          </a:bodyPr>
          <a:lstStyle/>
          <a:p>
            <a:pPr lvl="0" indent="-457200" algn="just"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Positive Trends: A few countries have managed to reduce their per capita emissions over the last decade, signaling progress toward cleaner energy use.</a:t>
            </a:r>
          </a:p>
          <a:p>
            <a:pPr marL="285750" lvl="0" indent="-285750" algn="just" eaLnBrk="0" fontAlgn="base" hangingPunct="0">
              <a:lnSpc>
                <a:spcPct val="100000"/>
              </a:lnSpc>
              <a:spcBef>
                <a:spcPct val="0"/>
              </a:spcBef>
              <a:spcAft>
                <a:spcPct val="0"/>
              </a:spcAft>
              <a:buClrTx/>
              <a:buSzTx/>
              <a:buFont typeface="Wingdings" panose="05000000000000000000" pitchFamily="2" charset="2"/>
              <a:buChar char="Ø"/>
            </a:pPr>
            <a:endParaRPr lang="en-US" altLang="en-US" sz="1500" dirty="0">
              <a:solidFill>
                <a:schemeClr val="tx1"/>
              </a:solidFill>
              <a:latin typeface="Times New Roman" panose="02020603050405020304" pitchFamily="18" charset="0"/>
              <a:cs typeface="Times New Roman" panose="02020603050405020304" pitchFamily="18" charset="0"/>
            </a:endParaRPr>
          </a:p>
          <a:p>
            <a:pPr lvl="0" indent="-457200" algn="just"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Energy Imbalance: Several countries show a significant gap between energy production and consumption, highlighting dependence on imports or surplus for exports.</a:t>
            </a:r>
          </a:p>
          <a:p>
            <a:pPr marL="285750" lvl="0" indent="-285750" algn="just" eaLnBrk="0" fontAlgn="base" hangingPunct="0">
              <a:lnSpc>
                <a:spcPct val="100000"/>
              </a:lnSpc>
              <a:spcBef>
                <a:spcPct val="0"/>
              </a:spcBef>
              <a:spcAft>
                <a:spcPct val="0"/>
              </a:spcAft>
              <a:buClrTx/>
              <a:buSzTx/>
              <a:buFont typeface="Wingdings" panose="05000000000000000000" pitchFamily="2" charset="2"/>
              <a:buChar char="Ø"/>
            </a:pPr>
            <a:endParaRPr lang="en-US" altLang="en-US" sz="1500" dirty="0">
              <a:solidFill>
                <a:schemeClr val="tx1"/>
              </a:solidFill>
              <a:latin typeface="Times New Roman" panose="02020603050405020304" pitchFamily="18" charset="0"/>
              <a:cs typeface="Times New Roman" panose="02020603050405020304" pitchFamily="18" charset="0"/>
            </a:endParaRPr>
          </a:p>
          <a:p>
            <a:pPr lvl="0" indent="-457200" algn="just"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Emission Hotspots: Fossil fuel-based energy types remain the largest contributors to global emissions, with coal and oil dominating.</a:t>
            </a:r>
          </a:p>
          <a:p>
            <a:pPr marL="285750" lvl="0" indent="-285750" algn="just" eaLnBrk="0" fontAlgn="base" hangingPunct="0">
              <a:lnSpc>
                <a:spcPct val="100000"/>
              </a:lnSpc>
              <a:spcBef>
                <a:spcPct val="0"/>
              </a:spcBef>
              <a:spcAft>
                <a:spcPct val="0"/>
              </a:spcAft>
              <a:buClrTx/>
              <a:buSzTx/>
              <a:buFont typeface="Wingdings" panose="05000000000000000000" pitchFamily="2" charset="2"/>
              <a:buChar char="Ø"/>
            </a:pPr>
            <a:endParaRPr lang="en-US" altLang="en-US" sz="1500" dirty="0">
              <a:solidFill>
                <a:schemeClr val="tx1"/>
              </a:solidFill>
              <a:latin typeface="Times New Roman" panose="02020603050405020304" pitchFamily="18" charset="0"/>
              <a:cs typeface="Times New Roman" panose="02020603050405020304" pitchFamily="18" charset="0"/>
            </a:endParaRPr>
          </a:p>
          <a:p>
            <a:pPr lvl="0" indent="-457200" algn="just"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Sustainability Challenge: The global shift toward renewable energy is growing but still lags behind the scale of fossil fuel dependency.</a:t>
            </a:r>
          </a:p>
          <a:p>
            <a:pPr marL="285750" lvl="0" indent="-285750" algn="just" eaLnBrk="0" fontAlgn="base" hangingPunct="0">
              <a:lnSpc>
                <a:spcPct val="100000"/>
              </a:lnSpc>
              <a:spcBef>
                <a:spcPct val="0"/>
              </a:spcBef>
              <a:spcAft>
                <a:spcPct val="0"/>
              </a:spcAft>
              <a:buClrTx/>
              <a:buSzTx/>
              <a:buFont typeface="Wingdings" panose="05000000000000000000" pitchFamily="2" charset="2"/>
              <a:buChar char="Ø"/>
            </a:pPr>
            <a:endParaRPr lang="en-US" altLang="en-US" sz="1500" dirty="0">
              <a:solidFill>
                <a:schemeClr val="tx1"/>
              </a:solidFill>
              <a:latin typeface="Times New Roman" panose="02020603050405020304" pitchFamily="18" charset="0"/>
              <a:cs typeface="Times New Roman" panose="02020603050405020304" pitchFamily="18" charset="0"/>
            </a:endParaRPr>
          </a:p>
          <a:p>
            <a:pPr lvl="0" indent="-457200" algn="just" eaLnBrk="0" fontAlgn="base" hangingPunct="0">
              <a:lnSpc>
                <a:spcPct val="100000"/>
              </a:lnSpc>
              <a:spcBef>
                <a:spcPct val="0"/>
              </a:spcBef>
              <a:spcAft>
                <a:spcPct val="0"/>
              </a:spcAft>
              <a:buClrTx/>
              <a:buSzTx/>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Population Pressure: High-population countries like India and China have the highest overall energy demand, driving global consumption</a:t>
            </a:r>
            <a:r>
              <a:rPr lang="en-US" altLang="en-US" sz="2600"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03239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E44CD-C1DE-EAA2-9F61-6351B1CCC0E4}"/>
              </a:ext>
            </a:extLst>
          </p:cNvPr>
          <p:cNvSpPr>
            <a:spLocks noGrp="1"/>
          </p:cNvSpPr>
          <p:nvPr>
            <p:ph type="title"/>
          </p:nvPr>
        </p:nvSpPr>
        <p:spPr>
          <a:xfrm>
            <a:off x="838200" y="134292"/>
            <a:ext cx="10515600" cy="899713"/>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Challenges</a:t>
            </a:r>
            <a:endParaRPr lang="en-IN"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F5747F94-8C95-6641-EC5F-AAE8A32DE0F2}"/>
              </a:ext>
            </a:extLst>
          </p:cNvPr>
          <p:cNvSpPr>
            <a:spLocks noChangeArrowheads="1"/>
          </p:cNvSpPr>
          <p:nvPr/>
        </p:nvSpPr>
        <p:spPr bwMode="auto">
          <a:xfrm>
            <a:off x="838200" y="1034005"/>
            <a:ext cx="997382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Constraint &amp; Query Optimization: Overcame SQL version constraint (Error 1235) requiring complex Derived Table Joins.</a:t>
            </a:r>
            <a:endParaRPr lang="en-US" altLang="en-US" sz="2600" dirty="0">
              <a:solidFill>
                <a:schemeClr val="tx1"/>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sz="1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Complex Logic Debugging: Debugged intricate logic for time-series analysis (YoY change) and managed multi-table joins to ensure accuracy for insights like emission-to-GDP ratios.</a:t>
            </a:r>
          </a:p>
          <a:p>
            <a:pPr marR="0" lvl="0" algn="just" defTabSz="914400" rtl="0" eaLnBrk="0" fontAlgn="base" latinLnBrk="0" hangingPunct="0">
              <a:lnSpc>
                <a:spcPct val="100000"/>
              </a:lnSpc>
              <a:spcBef>
                <a:spcPct val="0"/>
              </a:spcBef>
              <a:spcAft>
                <a:spcPct val="0"/>
              </a:spcAft>
              <a:buClrTx/>
              <a:buSzTx/>
              <a:tabLst/>
            </a:pPr>
            <a:endParaRPr kumimoji="0" lang="en-US" altLang="en-US" sz="1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Integrity &amp; Cleaning: Consistently resolved common SQL errors (1055, 1146) for compliance; essential data cleaning addressed missing values, duplicates, and inconsistent formats.</a:t>
            </a:r>
          </a:p>
          <a:p>
            <a:pPr marR="0" lvl="0" algn="just" defTabSz="914400" rtl="0" eaLnBrk="0" fontAlgn="base" latinLnBrk="0" hangingPunct="0">
              <a:lnSpc>
                <a:spcPct val="100000"/>
              </a:lnSpc>
              <a:spcBef>
                <a:spcPct val="0"/>
              </a:spcBef>
              <a:spcAft>
                <a:spcPct val="0"/>
              </a:spcAft>
              <a:buClrTx/>
              <a:buSzTx/>
              <a:tabLst/>
            </a:pPr>
            <a:endParaRPr kumimoji="0" lang="en-US" altLang="en-US" sz="1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Query Efficiency and Reporting: Wrote efficient SQL queries for large datasets, managing complex relationships to calculate derived metrics, and successfully translated raw SQL outputs for reporting and presentation.</a:t>
            </a:r>
          </a:p>
        </p:txBody>
      </p:sp>
    </p:spTree>
    <p:extLst>
      <p:ext uri="{BB962C8B-B14F-4D97-AF65-F5344CB8AC3E}">
        <p14:creationId xmlns:p14="http://schemas.microsoft.com/office/powerpoint/2010/main" val="2896041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F704-B137-AA7A-F19F-EF11F1F5985B}"/>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9556F04A-5E43-0691-5280-89F4DDFAE15C}"/>
              </a:ext>
            </a:extLst>
          </p:cNvPr>
          <p:cNvSpPr>
            <a:spLocks noGrp="1" noChangeArrowheads="1"/>
          </p:cNvSpPr>
          <p:nvPr>
            <p:ph idx="1"/>
          </p:nvPr>
        </p:nvSpPr>
        <p:spPr bwMode="auto">
          <a:xfrm>
            <a:off x="838200" y="1690688"/>
            <a:ext cx="10777695"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600" dirty="0">
                <a:solidFill>
                  <a:srgbClr val="1F1F1F"/>
                </a:solidFill>
                <a:latin typeface="Times New Roman" panose="02020603050405020304" pitchFamily="18" charset="0"/>
                <a:cs typeface="Times New Roman" panose="02020603050405020304" pitchFamily="18" charset="0"/>
              </a:rPr>
              <a:t>The</a:t>
            </a:r>
            <a:r>
              <a:rPr kumimoji="0" lang="en-US" altLang="en-US" sz="26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 economic development drive higher energy demand, it also intensifies environmental challenges. Countries that prioritizes renewable energy and efficiency measures shows promising improvements in reducing per capita emissions and economic growth. </a:t>
            </a:r>
          </a:p>
          <a:p>
            <a:pPr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6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endParaRPr>
          </a:p>
          <a:p>
            <a:pPr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600" b="0" i="0" u="none" strike="noStrike" cap="none" normalizeH="0" baseline="0" dirty="0">
                <a:ln>
                  <a:noFill/>
                </a:ln>
                <a:solidFill>
                  <a:srgbClr val="1F1F1F"/>
                </a:solidFill>
                <a:effectLst/>
                <a:latin typeface="Times New Roman" panose="02020603050405020304" pitchFamily="18" charset="0"/>
                <a:cs typeface="Times New Roman" panose="02020603050405020304" pitchFamily="18" charset="0"/>
              </a:rPr>
              <a:t>To achieve sustainable growth, nations must balancing production, consumption, and environmental responsibility through innovation, policy reform, and international collaboration.</a:t>
            </a: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3662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928740" y="2011841"/>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727</Words>
  <Application>Microsoft Office PowerPoint</Application>
  <PresentationFormat>Widescreen</PresentationFormat>
  <Paragraphs>103</Paragraphs>
  <Slides>21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Lato Black</vt:lpstr>
      <vt:lpstr>Libre Baskerville</vt:lpstr>
      <vt:lpstr>Wingdings</vt:lpstr>
      <vt:lpstr>Times New Roman</vt:lpstr>
      <vt:lpstr>Calibri</vt:lpstr>
      <vt:lpstr>Arial</vt:lpstr>
      <vt:lpstr>Office Theme</vt:lpstr>
      <vt:lpstr>PowerPoint Presentation</vt:lpstr>
      <vt:lpstr>PowerPoint Presentation</vt:lpstr>
      <vt:lpstr>Agenda   </vt:lpstr>
      <vt:lpstr>Problem Statement</vt:lpstr>
      <vt:lpstr>Objective of the Project:</vt:lpstr>
      <vt:lpstr>ER Diagram</vt:lpstr>
      <vt:lpstr>Schema</vt:lpstr>
      <vt:lpstr>Key Analysis</vt:lpstr>
      <vt:lpstr>What are the top 5 countries by GDP in the most recent year?</vt:lpstr>
      <vt:lpstr>Compare energy production and consumption by country and year. </vt:lpstr>
      <vt:lpstr>Which energy types contribute most to emissions across all countries?</vt:lpstr>
      <vt:lpstr>How have global emissions changed year over year?</vt:lpstr>
      <vt:lpstr>What is the trend in GDP for each country over the given years?</vt:lpstr>
      <vt:lpstr>Has energy consumption increased or decreased over the years for major economies?</vt:lpstr>
      <vt:lpstr>What is the emission-to-GDP ratio for each country by year?</vt:lpstr>
      <vt:lpstr>Which countries have improved (reduced) their per capita emissions the most over the last decade?</vt:lpstr>
      <vt:lpstr>What is the global share (%) of emissions by country?</vt:lpstr>
      <vt:lpstr>Key Insights From Global Energy Consumption</vt:lpstr>
      <vt:lpstr>Challenges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Leeladri Reddy G</cp:lastModifiedBy>
  <cp:revision>1</cp:revision>
  <dcterms:created xsi:type="dcterms:W3CDTF">2021-02-16T05:19:01Z</dcterms:created>
  <dcterms:modified xsi:type="dcterms:W3CDTF">2025-12-13T05:31:19Z</dcterms:modified>
</cp:coreProperties>
</file>